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4" r:id="rId5"/>
    <p:sldId id="265" r:id="rId6"/>
    <p:sldId id="267" r:id="rId7"/>
    <p:sldId id="261" r:id="rId8"/>
    <p:sldId id="266" r:id="rId9"/>
    <p:sldId id="268" r:id="rId10"/>
    <p:sldId id="269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57" r:id="rId19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0ABCA6-44B3-415B-A25C-5623D5650D80}" v="1385" dt="2026-07-17T13:04:24.3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acios Roman, Juan Javier" userId="919fa330-2d00-4b10-84e5-89a913783279" providerId="ADAL" clId="{CBB0916C-F10B-48C7-B71E-93D139F68DCA}"/>
    <pc:docChg chg="undo custSel addSld delSld modSld sldOrd">
      <pc:chgData name="Palacios Roman, Juan Javier" userId="919fa330-2d00-4b10-84e5-89a913783279" providerId="ADAL" clId="{CBB0916C-F10B-48C7-B71E-93D139F68DCA}" dt="2026-07-17T13:04:24.341" v="5244" actId="20577"/>
      <pc:docMkLst>
        <pc:docMk/>
      </pc:docMkLst>
      <pc:sldChg chg="new del">
        <pc:chgData name="Palacios Roman, Juan Javier" userId="919fa330-2d00-4b10-84e5-89a913783279" providerId="ADAL" clId="{CBB0916C-F10B-48C7-B71E-93D139F68DCA}" dt="2026-07-16T09:43:06.752" v="443" actId="47"/>
        <pc:sldMkLst>
          <pc:docMk/>
          <pc:sldMk cId="4104275102" sldId="256"/>
        </pc:sldMkLst>
      </pc:sldChg>
      <pc:sldChg chg="modSp new mod">
        <pc:chgData name="Palacios Roman, Juan Javier" userId="919fa330-2d00-4b10-84e5-89a913783279" providerId="ADAL" clId="{CBB0916C-F10B-48C7-B71E-93D139F68DCA}" dt="2026-07-17T13:04:24.341" v="5244" actId="20577"/>
        <pc:sldMkLst>
          <pc:docMk/>
          <pc:sldMk cId="3326346419" sldId="257"/>
        </pc:sldMkLst>
        <pc:spChg chg="mod">
          <ac:chgData name="Palacios Roman, Juan Javier" userId="919fa330-2d00-4b10-84e5-89a913783279" providerId="ADAL" clId="{CBB0916C-F10B-48C7-B71E-93D139F68DCA}" dt="2026-07-16T10:01:33.740" v="1908" actId="20577"/>
          <ac:spMkLst>
            <pc:docMk/>
            <pc:sldMk cId="3326346419" sldId="257"/>
            <ac:spMk id="2" creationId="{D6FADB5C-3D9B-5ADA-A343-70074A92EEC0}"/>
          </ac:spMkLst>
        </pc:spChg>
        <pc:spChg chg="mod">
          <ac:chgData name="Palacios Roman, Juan Javier" userId="919fa330-2d00-4b10-84e5-89a913783279" providerId="ADAL" clId="{CBB0916C-F10B-48C7-B71E-93D139F68DCA}" dt="2026-07-17T13:04:24.341" v="5244" actId="20577"/>
          <ac:spMkLst>
            <pc:docMk/>
            <pc:sldMk cId="3326346419" sldId="257"/>
            <ac:spMk id="3" creationId="{78E99ECC-E500-6EFC-849F-22FB7965AF30}"/>
          </ac:spMkLst>
        </pc:spChg>
      </pc:sldChg>
      <pc:sldChg chg="modSp add mod ord">
        <pc:chgData name="Palacios Roman, Juan Javier" userId="919fa330-2d00-4b10-84e5-89a913783279" providerId="ADAL" clId="{CBB0916C-F10B-48C7-B71E-93D139F68DCA}" dt="2026-07-17T12:22:03.414" v="2083" actId="20577"/>
        <pc:sldMkLst>
          <pc:docMk/>
          <pc:sldMk cId="2639199230" sldId="258"/>
        </pc:sldMkLst>
        <pc:spChg chg="mod">
          <ac:chgData name="Palacios Roman, Juan Javier" userId="919fa330-2d00-4b10-84e5-89a913783279" providerId="ADAL" clId="{CBB0916C-F10B-48C7-B71E-93D139F68DCA}" dt="2026-07-16T09:37:52.465" v="346" actId="20577"/>
          <ac:spMkLst>
            <pc:docMk/>
            <pc:sldMk cId="2639199230" sldId="258"/>
            <ac:spMk id="2" creationId="{39EFA430-ED6A-B670-8394-B366A2FC431E}"/>
          </ac:spMkLst>
        </pc:spChg>
        <pc:spChg chg="mod">
          <ac:chgData name="Palacios Roman, Juan Javier" userId="919fa330-2d00-4b10-84e5-89a913783279" providerId="ADAL" clId="{CBB0916C-F10B-48C7-B71E-93D139F68DCA}" dt="2026-07-17T12:22:03.414" v="2083" actId="20577"/>
          <ac:spMkLst>
            <pc:docMk/>
            <pc:sldMk cId="2639199230" sldId="258"/>
            <ac:spMk id="3" creationId="{1DA3311E-C848-6B46-84AF-EB9BA1188FCC}"/>
          </ac:spMkLst>
        </pc:spChg>
      </pc:sldChg>
      <pc:sldChg chg="modSp new mod modAnim">
        <pc:chgData name="Palacios Roman, Juan Javier" userId="919fa330-2d00-4b10-84e5-89a913783279" providerId="ADAL" clId="{CBB0916C-F10B-48C7-B71E-93D139F68DCA}" dt="2026-07-17T12:23:03.155" v="2236" actId="20577"/>
        <pc:sldMkLst>
          <pc:docMk/>
          <pc:sldMk cId="100454156" sldId="259"/>
        </pc:sldMkLst>
        <pc:spChg chg="mod">
          <ac:chgData name="Palacios Roman, Juan Javier" userId="919fa330-2d00-4b10-84e5-89a913783279" providerId="ADAL" clId="{CBB0916C-F10B-48C7-B71E-93D139F68DCA}" dt="2026-07-16T09:46:20.785" v="735" actId="20577"/>
          <ac:spMkLst>
            <pc:docMk/>
            <pc:sldMk cId="100454156" sldId="259"/>
            <ac:spMk id="2" creationId="{690F7EC1-E3AE-D9BD-B6C4-82CC85E637DD}"/>
          </ac:spMkLst>
        </pc:spChg>
        <pc:spChg chg="mod">
          <ac:chgData name="Palacios Roman, Juan Javier" userId="919fa330-2d00-4b10-84e5-89a913783279" providerId="ADAL" clId="{CBB0916C-F10B-48C7-B71E-93D139F68DCA}" dt="2026-07-17T12:23:03.155" v="2236" actId="20577"/>
          <ac:spMkLst>
            <pc:docMk/>
            <pc:sldMk cId="100454156" sldId="259"/>
            <ac:spMk id="3" creationId="{90100CED-D94A-547F-8CE6-F0D6D135240E}"/>
          </ac:spMkLst>
        </pc:spChg>
      </pc:sldChg>
      <pc:sldChg chg="modSp new mod">
        <pc:chgData name="Palacios Roman, Juan Javier" userId="919fa330-2d00-4b10-84e5-89a913783279" providerId="ADAL" clId="{CBB0916C-F10B-48C7-B71E-93D139F68DCA}" dt="2026-07-16T10:01:04.178" v="1898"/>
        <pc:sldMkLst>
          <pc:docMk/>
          <pc:sldMk cId="979833719" sldId="260"/>
        </pc:sldMkLst>
        <pc:spChg chg="mod">
          <ac:chgData name="Palacios Roman, Juan Javier" userId="919fa330-2d00-4b10-84e5-89a913783279" providerId="ADAL" clId="{CBB0916C-F10B-48C7-B71E-93D139F68DCA}" dt="2026-07-16T09:51:06.100" v="1107" actId="20577"/>
          <ac:spMkLst>
            <pc:docMk/>
            <pc:sldMk cId="979833719" sldId="260"/>
            <ac:spMk id="2" creationId="{BC831895-7F21-E2CD-D14E-250217A87448}"/>
          </ac:spMkLst>
        </pc:spChg>
        <pc:spChg chg="mod">
          <ac:chgData name="Palacios Roman, Juan Javier" userId="919fa330-2d00-4b10-84e5-89a913783279" providerId="ADAL" clId="{CBB0916C-F10B-48C7-B71E-93D139F68DCA}" dt="2026-07-16T10:01:04.178" v="1898"/>
          <ac:spMkLst>
            <pc:docMk/>
            <pc:sldMk cId="979833719" sldId="260"/>
            <ac:spMk id="3" creationId="{B98D520A-C2E9-B9AE-6357-B6525614996D}"/>
          </ac:spMkLst>
        </pc:spChg>
      </pc:sldChg>
      <pc:sldChg chg="modSp new mod">
        <pc:chgData name="Palacios Roman, Juan Javier" userId="919fa330-2d00-4b10-84e5-89a913783279" providerId="ADAL" clId="{CBB0916C-F10B-48C7-B71E-93D139F68DCA}" dt="2026-07-17T12:26:25.492" v="2487" actId="20577"/>
        <pc:sldMkLst>
          <pc:docMk/>
          <pc:sldMk cId="2375662177" sldId="261"/>
        </pc:sldMkLst>
        <pc:spChg chg="mod">
          <ac:chgData name="Palacios Roman, Juan Javier" userId="919fa330-2d00-4b10-84e5-89a913783279" providerId="ADAL" clId="{CBB0916C-F10B-48C7-B71E-93D139F68DCA}" dt="2026-07-16T09:58:07.299" v="1579" actId="20577"/>
          <ac:spMkLst>
            <pc:docMk/>
            <pc:sldMk cId="2375662177" sldId="261"/>
            <ac:spMk id="2" creationId="{FA99D6F7-4EBD-CFBA-CC6A-86CCB1BB73E5}"/>
          </ac:spMkLst>
        </pc:spChg>
        <pc:spChg chg="mod">
          <ac:chgData name="Palacios Roman, Juan Javier" userId="919fa330-2d00-4b10-84e5-89a913783279" providerId="ADAL" clId="{CBB0916C-F10B-48C7-B71E-93D139F68DCA}" dt="2026-07-17T12:26:25.492" v="2487" actId="20577"/>
          <ac:spMkLst>
            <pc:docMk/>
            <pc:sldMk cId="2375662177" sldId="261"/>
            <ac:spMk id="3" creationId="{3EA63F8A-4BE7-E0E5-83A0-D0F99E981B15}"/>
          </ac:spMkLst>
        </pc:spChg>
      </pc:sldChg>
      <pc:sldChg chg="modSp add del">
        <pc:chgData name="Palacios Roman, Juan Javier" userId="919fa330-2d00-4b10-84e5-89a913783279" providerId="ADAL" clId="{CBB0916C-F10B-48C7-B71E-93D139F68DCA}" dt="2026-07-17T12:21:38.825" v="2061" actId="47"/>
        <pc:sldMkLst>
          <pc:docMk/>
          <pc:sldMk cId="1678995911" sldId="262"/>
        </pc:sldMkLst>
        <pc:spChg chg="mod">
          <ac:chgData name="Palacios Roman, Juan Javier" userId="919fa330-2d00-4b10-84e5-89a913783279" providerId="ADAL" clId="{CBB0916C-F10B-48C7-B71E-93D139F68DCA}" dt="2026-07-16T09:46:16.099" v="725" actId="207"/>
          <ac:spMkLst>
            <pc:docMk/>
            <pc:sldMk cId="1678995911" sldId="262"/>
            <ac:spMk id="3" creationId="{AA4111A0-6ACD-3206-D7A5-9B280A708804}"/>
          </ac:spMkLst>
        </pc:spChg>
      </pc:sldChg>
      <pc:sldChg chg="new del">
        <pc:chgData name="Palacios Roman, Juan Javier" userId="919fa330-2d00-4b10-84e5-89a913783279" providerId="ADAL" clId="{CBB0916C-F10B-48C7-B71E-93D139F68DCA}" dt="2026-07-17T11:29:16.896" v="2060" actId="47"/>
        <pc:sldMkLst>
          <pc:docMk/>
          <pc:sldMk cId="1377253980" sldId="263"/>
        </pc:sldMkLst>
      </pc:sldChg>
      <pc:sldChg chg="modSp add mod">
        <pc:chgData name="Palacios Roman, Juan Javier" userId="919fa330-2d00-4b10-84e5-89a913783279" providerId="ADAL" clId="{CBB0916C-F10B-48C7-B71E-93D139F68DCA}" dt="2026-07-16T10:01:08.352" v="1899"/>
        <pc:sldMkLst>
          <pc:docMk/>
          <pc:sldMk cId="3875109992" sldId="264"/>
        </pc:sldMkLst>
        <pc:spChg chg="mod">
          <ac:chgData name="Palacios Roman, Juan Javier" userId="919fa330-2d00-4b10-84e5-89a913783279" providerId="ADAL" clId="{CBB0916C-F10B-48C7-B71E-93D139F68DCA}" dt="2026-07-16T10:01:08.352" v="1899"/>
          <ac:spMkLst>
            <pc:docMk/>
            <pc:sldMk cId="3875109992" sldId="264"/>
            <ac:spMk id="3" creationId="{1D8AA52F-341C-9BBE-9F6E-F70287A292F6}"/>
          </ac:spMkLst>
        </pc:spChg>
      </pc:sldChg>
      <pc:sldChg chg="modSp add mod">
        <pc:chgData name="Palacios Roman, Juan Javier" userId="919fa330-2d00-4b10-84e5-89a913783279" providerId="ADAL" clId="{CBB0916C-F10B-48C7-B71E-93D139F68DCA}" dt="2026-07-17T12:25:39.003" v="2466" actId="20577"/>
        <pc:sldMkLst>
          <pc:docMk/>
          <pc:sldMk cId="2300070358" sldId="265"/>
        </pc:sldMkLst>
        <pc:spChg chg="mod">
          <ac:chgData name="Palacios Roman, Juan Javier" userId="919fa330-2d00-4b10-84e5-89a913783279" providerId="ADAL" clId="{CBB0916C-F10B-48C7-B71E-93D139F68DCA}" dt="2026-07-17T12:25:39.003" v="2466" actId="20577"/>
          <ac:spMkLst>
            <pc:docMk/>
            <pc:sldMk cId="2300070358" sldId="265"/>
            <ac:spMk id="3" creationId="{620D9EDB-A407-A9DF-07AE-E39B49F2ED50}"/>
          </ac:spMkLst>
        </pc:spChg>
      </pc:sldChg>
      <pc:sldChg chg="addSp delSp modSp new mod">
        <pc:chgData name="Palacios Roman, Juan Javier" userId="919fa330-2d00-4b10-84e5-89a913783279" providerId="ADAL" clId="{CBB0916C-F10B-48C7-B71E-93D139F68DCA}" dt="2026-07-17T12:56:41.365" v="4984" actId="478"/>
        <pc:sldMkLst>
          <pc:docMk/>
          <pc:sldMk cId="2143005587" sldId="266"/>
        </pc:sldMkLst>
        <pc:spChg chg="mod">
          <ac:chgData name="Palacios Roman, Juan Javier" userId="919fa330-2d00-4b10-84e5-89a913783279" providerId="ADAL" clId="{CBB0916C-F10B-48C7-B71E-93D139F68DCA}" dt="2026-07-17T12:27:00.574" v="2511" actId="20577"/>
          <ac:spMkLst>
            <pc:docMk/>
            <pc:sldMk cId="2143005587" sldId="266"/>
            <ac:spMk id="2" creationId="{689BBED1-CBD9-F92A-E3D3-B8D706919C09}"/>
          </ac:spMkLst>
        </pc:spChg>
        <pc:spChg chg="mod">
          <ac:chgData name="Palacios Roman, Juan Javier" userId="919fa330-2d00-4b10-84e5-89a913783279" providerId="ADAL" clId="{CBB0916C-F10B-48C7-B71E-93D139F68DCA}" dt="2026-07-17T12:30:28.367" v="2742" actId="20577"/>
          <ac:spMkLst>
            <pc:docMk/>
            <pc:sldMk cId="2143005587" sldId="266"/>
            <ac:spMk id="3" creationId="{CD528F2D-08DA-9ADB-7EFF-3095C0377C8C}"/>
          </ac:spMkLst>
        </pc:spChg>
        <pc:spChg chg="add del mod">
          <ac:chgData name="Palacios Roman, Juan Javier" userId="919fa330-2d00-4b10-84e5-89a913783279" providerId="ADAL" clId="{CBB0916C-F10B-48C7-B71E-93D139F68DCA}" dt="2026-07-17T12:27:32.941" v="2517" actId="22"/>
          <ac:spMkLst>
            <pc:docMk/>
            <pc:sldMk cId="2143005587" sldId="266"/>
            <ac:spMk id="7" creationId="{3A0A3B2A-298E-99CA-A42E-0C611C4CC7AB}"/>
          </ac:spMkLst>
        </pc:spChg>
        <pc:spChg chg="add del mod">
          <ac:chgData name="Palacios Roman, Juan Javier" userId="919fa330-2d00-4b10-84e5-89a913783279" providerId="ADAL" clId="{CBB0916C-F10B-48C7-B71E-93D139F68DCA}" dt="2026-07-17T12:27:32.941" v="2517" actId="22"/>
          <ac:spMkLst>
            <pc:docMk/>
            <pc:sldMk cId="2143005587" sldId="266"/>
            <ac:spMk id="9" creationId="{4631D3ED-710A-8E69-89E6-BD9874C1DB6A}"/>
          </ac:spMkLst>
        </pc:spChg>
        <pc:spChg chg="add del mod">
          <ac:chgData name="Palacios Roman, Juan Javier" userId="919fa330-2d00-4b10-84e5-89a913783279" providerId="ADAL" clId="{CBB0916C-F10B-48C7-B71E-93D139F68DCA}" dt="2026-07-17T12:27:32.941" v="2517" actId="22"/>
          <ac:spMkLst>
            <pc:docMk/>
            <pc:sldMk cId="2143005587" sldId="266"/>
            <ac:spMk id="11" creationId="{560F232B-72C8-4806-EDEE-F7B1F4A62177}"/>
          </ac:spMkLst>
        </pc:spChg>
        <pc:spChg chg="add del mod">
          <ac:chgData name="Palacios Roman, Juan Javier" userId="919fa330-2d00-4b10-84e5-89a913783279" providerId="ADAL" clId="{CBB0916C-F10B-48C7-B71E-93D139F68DCA}" dt="2026-07-17T12:27:32.941" v="2517" actId="22"/>
          <ac:spMkLst>
            <pc:docMk/>
            <pc:sldMk cId="2143005587" sldId="266"/>
            <ac:spMk id="13" creationId="{DC70F2DB-5A4E-3DD0-444F-2F0A63BE9105}"/>
          </ac:spMkLst>
        </pc:spChg>
        <pc:spChg chg="add del">
          <ac:chgData name="Palacios Roman, Juan Javier" userId="919fa330-2d00-4b10-84e5-89a913783279" providerId="ADAL" clId="{CBB0916C-F10B-48C7-B71E-93D139F68DCA}" dt="2026-07-17T12:29:17.185" v="2636" actId="478"/>
          <ac:spMkLst>
            <pc:docMk/>
            <pc:sldMk cId="2143005587" sldId="266"/>
            <ac:spMk id="17" creationId="{3932C209-D0A6-26DE-C523-DCF8E1A74A20}"/>
          </ac:spMkLst>
        </pc:spChg>
        <pc:spChg chg="add del">
          <ac:chgData name="Palacios Roman, Juan Javier" userId="919fa330-2d00-4b10-84e5-89a913783279" providerId="ADAL" clId="{CBB0916C-F10B-48C7-B71E-93D139F68DCA}" dt="2026-07-17T12:29:17.185" v="2636" actId="478"/>
          <ac:spMkLst>
            <pc:docMk/>
            <pc:sldMk cId="2143005587" sldId="266"/>
            <ac:spMk id="19" creationId="{EED9DA6F-4C58-1498-1908-61D97A93C294}"/>
          </ac:spMkLst>
        </pc:spChg>
        <pc:spChg chg="add del">
          <ac:chgData name="Palacios Roman, Juan Javier" userId="919fa330-2d00-4b10-84e5-89a913783279" providerId="ADAL" clId="{CBB0916C-F10B-48C7-B71E-93D139F68DCA}" dt="2026-07-17T12:29:17.185" v="2636" actId="478"/>
          <ac:spMkLst>
            <pc:docMk/>
            <pc:sldMk cId="2143005587" sldId="266"/>
            <ac:spMk id="21" creationId="{4D45B60C-BDF5-436A-D62F-406277E354D5}"/>
          </ac:spMkLst>
        </pc:spChg>
        <pc:spChg chg="add del">
          <ac:chgData name="Palacios Roman, Juan Javier" userId="919fa330-2d00-4b10-84e5-89a913783279" providerId="ADAL" clId="{CBB0916C-F10B-48C7-B71E-93D139F68DCA}" dt="2026-07-17T12:29:17.185" v="2636" actId="478"/>
          <ac:spMkLst>
            <pc:docMk/>
            <pc:sldMk cId="2143005587" sldId="266"/>
            <ac:spMk id="23" creationId="{3DD2B024-F309-812D-8DB5-60BF009E0289}"/>
          </ac:spMkLst>
        </pc:spChg>
        <pc:spChg chg="add del">
          <ac:chgData name="Palacios Roman, Juan Javier" userId="919fa330-2d00-4b10-84e5-89a913783279" providerId="ADAL" clId="{CBB0916C-F10B-48C7-B71E-93D139F68DCA}" dt="2026-07-17T12:29:17.185" v="2636" actId="478"/>
          <ac:spMkLst>
            <pc:docMk/>
            <pc:sldMk cId="2143005587" sldId="266"/>
            <ac:spMk id="25" creationId="{6E33E228-A068-245E-9916-FBCC9063A37D}"/>
          </ac:spMkLst>
        </pc:spChg>
        <pc:spChg chg="add del">
          <ac:chgData name="Palacios Roman, Juan Javier" userId="919fa330-2d00-4b10-84e5-89a913783279" providerId="ADAL" clId="{CBB0916C-F10B-48C7-B71E-93D139F68DCA}" dt="2026-07-17T12:29:17.185" v="2636" actId="478"/>
          <ac:spMkLst>
            <pc:docMk/>
            <pc:sldMk cId="2143005587" sldId="266"/>
            <ac:spMk id="27" creationId="{5914AA01-2961-F99F-DEE3-BA8CCC0AE8E6}"/>
          </ac:spMkLst>
        </pc:spChg>
        <pc:picChg chg="add del mod">
          <ac:chgData name="Palacios Roman, Juan Javier" userId="919fa330-2d00-4b10-84e5-89a913783279" providerId="ADAL" clId="{CBB0916C-F10B-48C7-B71E-93D139F68DCA}" dt="2026-07-17T12:27:32.941" v="2517" actId="22"/>
          <ac:picMkLst>
            <pc:docMk/>
            <pc:sldMk cId="2143005587" sldId="266"/>
            <ac:picMk id="5" creationId="{D729E27D-7F0B-09C9-4E5E-CB0EB000791B}"/>
          </ac:picMkLst>
        </pc:picChg>
        <pc:picChg chg="add del">
          <ac:chgData name="Palacios Roman, Juan Javier" userId="919fa330-2d00-4b10-84e5-89a913783279" providerId="ADAL" clId="{CBB0916C-F10B-48C7-B71E-93D139F68DCA}" dt="2026-07-17T12:56:41.365" v="4984" actId="478"/>
          <ac:picMkLst>
            <pc:docMk/>
            <pc:sldMk cId="2143005587" sldId="266"/>
            <ac:picMk id="15" creationId="{2F71A100-23BA-1D32-DD06-E4C9B351261A}"/>
          </ac:picMkLst>
        </pc:picChg>
        <pc:picChg chg="add mod ord">
          <ac:chgData name="Palacios Roman, Juan Javier" userId="919fa330-2d00-4b10-84e5-89a913783279" providerId="ADAL" clId="{CBB0916C-F10B-48C7-B71E-93D139F68DCA}" dt="2026-07-17T12:56:39.864" v="4983" actId="167"/>
          <ac:picMkLst>
            <pc:docMk/>
            <pc:sldMk cId="2143005587" sldId="266"/>
            <ac:picMk id="29" creationId="{A5219748-3821-6721-041E-941784A109F3}"/>
          </ac:picMkLst>
        </pc:picChg>
      </pc:sldChg>
      <pc:sldChg chg="modSp add mod">
        <pc:chgData name="Palacios Roman, Juan Javier" userId="919fa330-2d00-4b10-84e5-89a913783279" providerId="ADAL" clId="{CBB0916C-F10B-48C7-B71E-93D139F68DCA}" dt="2026-07-17T12:55:48.910" v="4980" actId="27636"/>
        <pc:sldMkLst>
          <pc:docMk/>
          <pc:sldMk cId="3948332741" sldId="267"/>
        </pc:sldMkLst>
        <pc:spChg chg="mod">
          <ac:chgData name="Palacios Roman, Juan Javier" userId="919fa330-2d00-4b10-84e5-89a913783279" providerId="ADAL" clId="{CBB0916C-F10B-48C7-B71E-93D139F68DCA}" dt="2026-07-17T12:55:48.910" v="4980" actId="27636"/>
          <ac:spMkLst>
            <pc:docMk/>
            <pc:sldMk cId="3948332741" sldId="267"/>
            <ac:spMk id="3" creationId="{DBD88AA1-9067-EA51-0EE6-2F6E4539D67E}"/>
          </ac:spMkLst>
        </pc:spChg>
      </pc:sldChg>
      <pc:sldChg chg="addSp delSp modSp add mod">
        <pc:chgData name="Palacios Roman, Juan Javier" userId="919fa330-2d00-4b10-84e5-89a913783279" providerId="ADAL" clId="{CBB0916C-F10B-48C7-B71E-93D139F68DCA}" dt="2026-07-17T12:30:33.367" v="2753" actId="20577"/>
        <pc:sldMkLst>
          <pc:docMk/>
          <pc:sldMk cId="3967338598" sldId="268"/>
        </pc:sldMkLst>
        <pc:spChg chg="mod">
          <ac:chgData name="Palacios Roman, Juan Javier" userId="919fa330-2d00-4b10-84e5-89a913783279" providerId="ADAL" clId="{CBB0916C-F10B-48C7-B71E-93D139F68DCA}" dt="2026-07-17T12:30:33.367" v="2753" actId="20577"/>
          <ac:spMkLst>
            <pc:docMk/>
            <pc:sldMk cId="3967338598" sldId="268"/>
            <ac:spMk id="3" creationId="{DCCC6B57-80EC-6558-DA47-EE866FDA8AC8}"/>
          </ac:spMkLst>
        </pc:spChg>
        <pc:spChg chg="add">
          <ac:chgData name="Palacios Roman, Juan Javier" userId="919fa330-2d00-4b10-84e5-89a913783279" providerId="ADAL" clId="{CBB0916C-F10B-48C7-B71E-93D139F68DCA}" dt="2026-07-17T12:29:04.213" v="2633" actId="22"/>
          <ac:spMkLst>
            <pc:docMk/>
            <pc:sldMk cId="3967338598" sldId="268"/>
            <ac:spMk id="7" creationId="{C8678E74-73BB-2083-18E9-EE44EBBCE266}"/>
          </ac:spMkLst>
        </pc:spChg>
        <pc:spChg chg="add">
          <ac:chgData name="Palacios Roman, Juan Javier" userId="919fa330-2d00-4b10-84e5-89a913783279" providerId="ADAL" clId="{CBB0916C-F10B-48C7-B71E-93D139F68DCA}" dt="2026-07-17T12:29:04.213" v="2633" actId="22"/>
          <ac:spMkLst>
            <pc:docMk/>
            <pc:sldMk cId="3967338598" sldId="268"/>
            <ac:spMk id="9" creationId="{7140FABF-5DB3-9EDA-49FE-ABA9DC62C7B9}"/>
          </ac:spMkLst>
        </pc:spChg>
        <pc:spChg chg="add">
          <ac:chgData name="Palacios Roman, Juan Javier" userId="919fa330-2d00-4b10-84e5-89a913783279" providerId="ADAL" clId="{CBB0916C-F10B-48C7-B71E-93D139F68DCA}" dt="2026-07-17T12:29:04.213" v="2633" actId="22"/>
          <ac:spMkLst>
            <pc:docMk/>
            <pc:sldMk cId="3967338598" sldId="268"/>
            <ac:spMk id="11" creationId="{F532D695-2727-2E8C-3800-3F5BD6082079}"/>
          </ac:spMkLst>
        </pc:spChg>
        <pc:spChg chg="add">
          <ac:chgData name="Palacios Roman, Juan Javier" userId="919fa330-2d00-4b10-84e5-89a913783279" providerId="ADAL" clId="{CBB0916C-F10B-48C7-B71E-93D139F68DCA}" dt="2026-07-17T12:29:04.213" v="2633" actId="22"/>
          <ac:spMkLst>
            <pc:docMk/>
            <pc:sldMk cId="3967338598" sldId="268"/>
            <ac:spMk id="13" creationId="{CB9EBB95-12D6-8422-B97A-5ED0F1D7AC02}"/>
          </ac:spMkLst>
        </pc:spChg>
        <pc:spChg chg="add">
          <ac:chgData name="Palacios Roman, Juan Javier" userId="919fa330-2d00-4b10-84e5-89a913783279" providerId="ADAL" clId="{CBB0916C-F10B-48C7-B71E-93D139F68DCA}" dt="2026-07-17T12:29:04.213" v="2633" actId="22"/>
          <ac:spMkLst>
            <pc:docMk/>
            <pc:sldMk cId="3967338598" sldId="268"/>
            <ac:spMk id="15" creationId="{2EE286C3-D699-913C-3E65-9E328BABEE0B}"/>
          </ac:spMkLst>
        </pc:spChg>
        <pc:spChg chg="add">
          <ac:chgData name="Palacios Roman, Juan Javier" userId="919fa330-2d00-4b10-84e5-89a913783279" providerId="ADAL" clId="{CBB0916C-F10B-48C7-B71E-93D139F68DCA}" dt="2026-07-17T12:29:04.213" v="2633" actId="22"/>
          <ac:spMkLst>
            <pc:docMk/>
            <pc:sldMk cId="3967338598" sldId="268"/>
            <ac:spMk id="17" creationId="{3332C489-5A43-DF46-AB1A-DABAA7180F5A}"/>
          </ac:spMkLst>
        </pc:spChg>
        <pc:picChg chg="add del">
          <ac:chgData name="Palacios Roman, Juan Javier" userId="919fa330-2d00-4b10-84e5-89a913783279" providerId="ADAL" clId="{CBB0916C-F10B-48C7-B71E-93D139F68DCA}" dt="2026-07-17T12:29:36.189" v="2642" actId="478"/>
          <ac:picMkLst>
            <pc:docMk/>
            <pc:sldMk cId="3967338598" sldId="268"/>
            <ac:picMk id="5" creationId="{05C148F2-24D4-7E7C-6307-D5512FCD05CA}"/>
          </ac:picMkLst>
        </pc:picChg>
        <pc:picChg chg="add mod ord">
          <ac:chgData name="Palacios Roman, Juan Javier" userId="919fa330-2d00-4b10-84e5-89a913783279" providerId="ADAL" clId="{CBB0916C-F10B-48C7-B71E-93D139F68DCA}" dt="2026-07-17T12:29:34.505" v="2641" actId="167"/>
          <ac:picMkLst>
            <pc:docMk/>
            <pc:sldMk cId="3967338598" sldId="268"/>
            <ac:picMk id="19" creationId="{7C86FA1F-AA9F-831B-E291-1A634C20B4D2}"/>
          </ac:picMkLst>
        </pc:picChg>
      </pc:sldChg>
      <pc:sldChg chg="addSp modSp add mod">
        <pc:chgData name="Palacios Roman, Juan Javier" userId="919fa330-2d00-4b10-84e5-89a913783279" providerId="ADAL" clId="{CBB0916C-F10B-48C7-B71E-93D139F68DCA}" dt="2026-07-17T12:28:51.860" v="2632" actId="27636"/>
        <pc:sldMkLst>
          <pc:docMk/>
          <pc:sldMk cId="2935308795" sldId="269"/>
        </pc:sldMkLst>
        <pc:spChg chg="mod">
          <ac:chgData name="Palacios Roman, Juan Javier" userId="919fa330-2d00-4b10-84e5-89a913783279" providerId="ADAL" clId="{CBB0916C-F10B-48C7-B71E-93D139F68DCA}" dt="2026-07-17T12:28:51.860" v="2632" actId="27636"/>
          <ac:spMkLst>
            <pc:docMk/>
            <pc:sldMk cId="2935308795" sldId="269"/>
            <ac:spMk id="3" creationId="{A02A4537-1518-6BE3-C9FB-EFA4018FB791}"/>
          </ac:spMkLst>
        </pc:spChg>
        <pc:spChg chg="add mod">
          <ac:chgData name="Palacios Roman, Juan Javier" userId="919fa330-2d00-4b10-84e5-89a913783279" providerId="ADAL" clId="{CBB0916C-F10B-48C7-B71E-93D139F68DCA}" dt="2026-07-17T12:27:50.085" v="2528" actId="20577"/>
          <ac:spMkLst>
            <pc:docMk/>
            <pc:sldMk cId="2935308795" sldId="269"/>
            <ac:spMk id="7" creationId="{353F64F1-8BA3-E7EC-97CD-737692BE85DA}"/>
          </ac:spMkLst>
        </pc:spChg>
        <pc:spChg chg="add mod">
          <ac:chgData name="Palacios Roman, Juan Javier" userId="919fa330-2d00-4b10-84e5-89a913783279" providerId="ADAL" clId="{CBB0916C-F10B-48C7-B71E-93D139F68DCA}" dt="2026-07-17T12:27:53.309" v="2530" actId="20577"/>
          <ac:spMkLst>
            <pc:docMk/>
            <pc:sldMk cId="2935308795" sldId="269"/>
            <ac:spMk id="9" creationId="{2E25B678-18EA-E6F8-CC45-B83B4A18B68A}"/>
          </ac:spMkLst>
        </pc:spChg>
        <pc:spChg chg="add mod">
          <ac:chgData name="Palacios Roman, Juan Javier" userId="919fa330-2d00-4b10-84e5-89a913783279" providerId="ADAL" clId="{CBB0916C-F10B-48C7-B71E-93D139F68DCA}" dt="2026-07-17T12:28:21.076" v="2539" actId="1076"/>
          <ac:spMkLst>
            <pc:docMk/>
            <pc:sldMk cId="2935308795" sldId="269"/>
            <ac:spMk id="11" creationId="{4A27C65B-9836-6121-51B1-C060EC37578D}"/>
          </ac:spMkLst>
        </pc:spChg>
        <pc:spChg chg="add mod">
          <ac:chgData name="Palacios Roman, Juan Javier" userId="919fa330-2d00-4b10-84e5-89a913783279" providerId="ADAL" clId="{CBB0916C-F10B-48C7-B71E-93D139F68DCA}" dt="2026-07-17T12:27:57.314" v="2532" actId="20577"/>
          <ac:spMkLst>
            <pc:docMk/>
            <pc:sldMk cId="2935308795" sldId="269"/>
            <ac:spMk id="13" creationId="{73D49A48-083E-A89D-C745-2642C0E67D9C}"/>
          </ac:spMkLst>
        </pc:spChg>
        <pc:spChg chg="add mod">
          <ac:chgData name="Palacios Roman, Juan Javier" userId="919fa330-2d00-4b10-84e5-89a913783279" providerId="ADAL" clId="{CBB0916C-F10B-48C7-B71E-93D139F68DCA}" dt="2026-07-17T12:28:04.537" v="2536" actId="20577"/>
          <ac:spMkLst>
            <pc:docMk/>
            <pc:sldMk cId="2935308795" sldId="269"/>
            <ac:spMk id="15" creationId="{9D7020BA-911F-FBBF-A7AB-0EAC8B2A40CF}"/>
          </ac:spMkLst>
        </pc:spChg>
        <pc:spChg chg="add mod">
          <ac:chgData name="Palacios Roman, Juan Javier" userId="919fa330-2d00-4b10-84e5-89a913783279" providerId="ADAL" clId="{CBB0916C-F10B-48C7-B71E-93D139F68DCA}" dt="2026-07-17T12:28:10.518" v="2538" actId="1076"/>
          <ac:spMkLst>
            <pc:docMk/>
            <pc:sldMk cId="2935308795" sldId="269"/>
            <ac:spMk id="17" creationId="{EC959C0C-5146-8809-21EB-D992260DA43E}"/>
          </ac:spMkLst>
        </pc:spChg>
        <pc:picChg chg="add mod">
          <ac:chgData name="Palacios Roman, Juan Javier" userId="919fa330-2d00-4b10-84e5-89a913783279" providerId="ADAL" clId="{CBB0916C-F10B-48C7-B71E-93D139F68DCA}" dt="2026-07-17T12:27:37.771" v="2519" actId="1076"/>
          <ac:picMkLst>
            <pc:docMk/>
            <pc:sldMk cId="2935308795" sldId="269"/>
            <ac:picMk id="5" creationId="{5DAE379C-D739-5ECA-AC13-34B8910D6F4B}"/>
          </ac:picMkLst>
        </pc:picChg>
      </pc:sldChg>
      <pc:sldChg chg="add del">
        <pc:chgData name="Palacios Roman, Juan Javier" userId="919fa330-2d00-4b10-84e5-89a913783279" providerId="ADAL" clId="{CBB0916C-F10B-48C7-B71E-93D139F68DCA}" dt="2026-07-17T12:57:10.571" v="4985" actId="47"/>
        <pc:sldMkLst>
          <pc:docMk/>
          <pc:sldMk cId="1965966383" sldId="270"/>
        </pc:sldMkLst>
      </pc:sldChg>
      <pc:sldChg chg="addSp delSp modSp add mod">
        <pc:chgData name="Palacios Roman, Juan Javier" userId="919fa330-2d00-4b10-84e5-89a913783279" providerId="ADAL" clId="{CBB0916C-F10B-48C7-B71E-93D139F68DCA}" dt="2026-07-17T12:41:11.895" v="3759" actId="22"/>
        <pc:sldMkLst>
          <pc:docMk/>
          <pc:sldMk cId="2927270334" sldId="271"/>
        </pc:sldMkLst>
        <pc:spChg chg="del">
          <ac:chgData name="Palacios Roman, Juan Javier" userId="919fa330-2d00-4b10-84e5-89a913783279" providerId="ADAL" clId="{CBB0916C-F10B-48C7-B71E-93D139F68DCA}" dt="2026-07-17T12:32:23.393" v="2756" actId="478"/>
          <ac:spMkLst>
            <pc:docMk/>
            <pc:sldMk cId="2927270334" sldId="271"/>
            <ac:spMk id="3" creationId="{1C76CFA9-6A72-BE2C-F119-5CAF25E5E453}"/>
          </ac:spMkLst>
        </pc:spChg>
        <pc:spChg chg="add mod">
          <ac:chgData name="Palacios Roman, Juan Javier" userId="919fa330-2d00-4b10-84e5-89a913783279" providerId="ADAL" clId="{CBB0916C-F10B-48C7-B71E-93D139F68DCA}" dt="2026-07-17T12:39:34.078" v="3634" actId="20577"/>
          <ac:spMkLst>
            <pc:docMk/>
            <pc:sldMk cId="2927270334" sldId="271"/>
            <ac:spMk id="6" creationId="{24AC506C-EE08-6C42-8705-93316A491EEC}"/>
          </ac:spMkLst>
        </pc:spChg>
        <pc:spChg chg="del">
          <ac:chgData name="Palacios Roman, Juan Javier" userId="919fa330-2d00-4b10-84e5-89a913783279" providerId="ADAL" clId="{CBB0916C-F10B-48C7-B71E-93D139F68DCA}" dt="2026-07-17T12:32:29.076" v="2757" actId="478"/>
          <ac:spMkLst>
            <pc:docMk/>
            <pc:sldMk cId="2927270334" sldId="271"/>
            <ac:spMk id="7" creationId="{68A5B1CD-7C19-263B-8318-DC21790E1A57}"/>
          </ac:spMkLst>
        </pc:spChg>
        <pc:spChg chg="add mod">
          <ac:chgData name="Palacios Roman, Juan Javier" userId="919fa330-2d00-4b10-84e5-89a913783279" providerId="ADAL" clId="{CBB0916C-F10B-48C7-B71E-93D139F68DCA}" dt="2026-07-17T12:34:15.730" v="2873" actId="164"/>
          <ac:spMkLst>
            <pc:docMk/>
            <pc:sldMk cId="2927270334" sldId="271"/>
            <ac:spMk id="8" creationId="{74B4A0C7-EE93-ABFB-3B4E-1D06F202B6FD}"/>
          </ac:spMkLst>
        </pc:spChg>
        <pc:spChg chg="del">
          <ac:chgData name="Palacios Roman, Juan Javier" userId="919fa330-2d00-4b10-84e5-89a913783279" providerId="ADAL" clId="{CBB0916C-F10B-48C7-B71E-93D139F68DCA}" dt="2026-07-17T12:32:29.076" v="2757" actId="478"/>
          <ac:spMkLst>
            <pc:docMk/>
            <pc:sldMk cId="2927270334" sldId="271"/>
            <ac:spMk id="9" creationId="{5CA736DD-9CED-3BB4-D2D5-D8DFDB82D325}"/>
          </ac:spMkLst>
        </pc:spChg>
        <pc:spChg chg="del">
          <ac:chgData name="Palacios Roman, Juan Javier" userId="919fa330-2d00-4b10-84e5-89a913783279" providerId="ADAL" clId="{CBB0916C-F10B-48C7-B71E-93D139F68DCA}" dt="2026-07-17T12:32:29.076" v="2757" actId="478"/>
          <ac:spMkLst>
            <pc:docMk/>
            <pc:sldMk cId="2927270334" sldId="271"/>
            <ac:spMk id="11" creationId="{4074A117-4D7E-93B6-21F9-7F505E6593FD}"/>
          </ac:spMkLst>
        </pc:spChg>
        <pc:spChg chg="add mod">
          <ac:chgData name="Palacios Roman, Juan Javier" userId="919fa330-2d00-4b10-84e5-89a913783279" providerId="ADAL" clId="{CBB0916C-F10B-48C7-B71E-93D139F68DCA}" dt="2026-07-17T12:34:15.730" v="2873" actId="164"/>
          <ac:spMkLst>
            <pc:docMk/>
            <pc:sldMk cId="2927270334" sldId="271"/>
            <ac:spMk id="12" creationId="{0F43669B-506F-3EA5-C121-32B93D4CCF68}"/>
          </ac:spMkLst>
        </pc:spChg>
        <pc:spChg chg="del">
          <ac:chgData name="Palacios Roman, Juan Javier" userId="919fa330-2d00-4b10-84e5-89a913783279" providerId="ADAL" clId="{CBB0916C-F10B-48C7-B71E-93D139F68DCA}" dt="2026-07-17T12:32:29.076" v="2757" actId="478"/>
          <ac:spMkLst>
            <pc:docMk/>
            <pc:sldMk cId="2927270334" sldId="271"/>
            <ac:spMk id="13" creationId="{1273E1F5-05B7-C3AF-0CE9-76029D61B16F}"/>
          </ac:spMkLst>
        </pc:spChg>
        <pc:spChg chg="mod">
          <ac:chgData name="Palacios Roman, Juan Javier" userId="919fa330-2d00-4b10-84e5-89a913783279" providerId="ADAL" clId="{CBB0916C-F10B-48C7-B71E-93D139F68DCA}" dt="2026-07-17T12:34:15.730" v="2873" actId="164"/>
          <ac:spMkLst>
            <pc:docMk/>
            <pc:sldMk cId="2927270334" sldId="271"/>
            <ac:spMk id="14" creationId="{B83DEA23-615C-27B9-31E5-4B24ACC49037}"/>
          </ac:spMkLst>
        </pc:spChg>
        <pc:spChg chg="del">
          <ac:chgData name="Palacios Roman, Juan Javier" userId="919fa330-2d00-4b10-84e5-89a913783279" providerId="ADAL" clId="{CBB0916C-F10B-48C7-B71E-93D139F68DCA}" dt="2026-07-17T12:32:29.076" v="2757" actId="478"/>
          <ac:spMkLst>
            <pc:docMk/>
            <pc:sldMk cId="2927270334" sldId="271"/>
            <ac:spMk id="15" creationId="{EBF70E7C-E64C-6D11-87C6-DDBB5AFDC563}"/>
          </ac:spMkLst>
        </pc:spChg>
        <pc:spChg chg="add mod">
          <ac:chgData name="Palacios Roman, Juan Javier" userId="919fa330-2d00-4b10-84e5-89a913783279" providerId="ADAL" clId="{CBB0916C-F10B-48C7-B71E-93D139F68DCA}" dt="2026-07-17T12:34:15.730" v="2873" actId="164"/>
          <ac:spMkLst>
            <pc:docMk/>
            <pc:sldMk cId="2927270334" sldId="271"/>
            <ac:spMk id="16" creationId="{9A944AAD-FEF9-1770-D976-BCB3975B691F}"/>
          </ac:spMkLst>
        </pc:spChg>
        <pc:spChg chg="del">
          <ac:chgData name="Palacios Roman, Juan Javier" userId="919fa330-2d00-4b10-84e5-89a913783279" providerId="ADAL" clId="{CBB0916C-F10B-48C7-B71E-93D139F68DCA}" dt="2026-07-17T12:32:29.076" v="2757" actId="478"/>
          <ac:spMkLst>
            <pc:docMk/>
            <pc:sldMk cId="2927270334" sldId="271"/>
            <ac:spMk id="17" creationId="{555095AB-BAE5-88D3-3F0F-B0ED7BDC0F3B}"/>
          </ac:spMkLst>
        </pc:spChg>
        <pc:spChg chg="add mod">
          <ac:chgData name="Palacios Roman, Juan Javier" userId="919fa330-2d00-4b10-84e5-89a913783279" providerId="ADAL" clId="{CBB0916C-F10B-48C7-B71E-93D139F68DCA}" dt="2026-07-17T12:34:15.730" v="2873" actId="164"/>
          <ac:spMkLst>
            <pc:docMk/>
            <pc:sldMk cId="2927270334" sldId="271"/>
            <ac:spMk id="19" creationId="{579033A9-28E3-18FA-4349-A751C0F7FB1B}"/>
          </ac:spMkLst>
        </pc:spChg>
        <pc:spChg chg="mod">
          <ac:chgData name="Palacios Roman, Juan Javier" userId="919fa330-2d00-4b10-84e5-89a913783279" providerId="ADAL" clId="{CBB0916C-F10B-48C7-B71E-93D139F68DCA}" dt="2026-07-17T12:34:15.730" v="2873" actId="164"/>
          <ac:spMkLst>
            <pc:docMk/>
            <pc:sldMk cId="2927270334" sldId="271"/>
            <ac:spMk id="20" creationId="{141C34CF-1F17-01E7-5FD0-E2FF7244D8CF}"/>
          </ac:spMkLst>
        </pc:spChg>
        <pc:spChg chg="add mod">
          <ac:chgData name="Palacios Roman, Juan Javier" userId="919fa330-2d00-4b10-84e5-89a913783279" providerId="ADAL" clId="{CBB0916C-F10B-48C7-B71E-93D139F68DCA}" dt="2026-07-17T12:34:15.730" v="2873" actId="164"/>
          <ac:spMkLst>
            <pc:docMk/>
            <pc:sldMk cId="2927270334" sldId="271"/>
            <ac:spMk id="23" creationId="{A2AAC55A-5FA1-BAB8-9E9D-09862F569422}"/>
          </ac:spMkLst>
        </pc:spChg>
        <pc:spChg chg="mod">
          <ac:chgData name="Palacios Roman, Juan Javier" userId="919fa330-2d00-4b10-84e5-89a913783279" providerId="ADAL" clId="{CBB0916C-F10B-48C7-B71E-93D139F68DCA}" dt="2026-07-17T12:34:15.730" v="2873" actId="164"/>
          <ac:spMkLst>
            <pc:docMk/>
            <pc:sldMk cId="2927270334" sldId="271"/>
            <ac:spMk id="28" creationId="{1B3C1BFB-F387-5B4A-A2BE-7A26926D259C}"/>
          </ac:spMkLst>
        </pc:spChg>
        <pc:spChg chg="add mod">
          <ac:chgData name="Palacios Roman, Juan Javier" userId="919fa330-2d00-4b10-84e5-89a913783279" providerId="ADAL" clId="{CBB0916C-F10B-48C7-B71E-93D139F68DCA}" dt="2026-07-17T12:34:04.958" v="2872" actId="1076"/>
          <ac:spMkLst>
            <pc:docMk/>
            <pc:sldMk cId="2927270334" sldId="271"/>
            <ac:spMk id="29" creationId="{A77B7637-46D7-F460-5CC5-2F33B469C1D0}"/>
          </ac:spMkLst>
        </pc:spChg>
        <pc:spChg chg="add mod">
          <ac:chgData name="Palacios Roman, Juan Javier" userId="919fa330-2d00-4b10-84e5-89a913783279" providerId="ADAL" clId="{CBB0916C-F10B-48C7-B71E-93D139F68DCA}" dt="2026-07-17T12:34:15.730" v="2873" actId="164"/>
          <ac:spMkLst>
            <pc:docMk/>
            <pc:sldMk cId="2927270334" sldId="271"/>
            <ac:spMk id="32" creationId="{4D020A8C-CBE6-82D9-C9AC-F1230BC3E592}"/>
          </ac:spMkLst>
        </pc:spChg>
        <pc:spChg chg="add del mod">
          <ac:chgData name="Palacios Roman, Juan Javier" userId="919fa330-2d00-4b10-84e5-89a913783279" providerId="ADAL" clId="{CBB0916C-F10B-48C7-B71E-93D139F68DCA}" dt="2026-07-17T12:33:05.198" v="2819" actId="478"/>
          <ac:spMkLst>
            <pc:docMk/>
            <pc:sldMk cId="2927270334" sldId="271"/>
            <ac:spMk id="33" creationId="{524BF1EA-8B4A-F9AD-AD71-6D84BBCFF972}"/>
          </ac:spMkLst>
        </pc:spChg>
        <pc:spChg chg="add mod">
          <ac:chgData name="Palacios Roman, Juan Javier" userId="919fa330-2d00-4b10-84e5-89a913783279" providerId="ADAL" clId="{CBB0916C-F10B-48C7-B71E-93D139F68DCA}" dt="2026-07-17T12:34:15.730" v="2873" actId="164"/>
          <ac:spMkLst>
            <pc:docMk/>
            <pc:sldMk cId="2927270334" sldId="271"/>
            <ac:spMk id="34" creationId="{2F49B745-7D45-454D-10D0-F6E810438934}"/>
          </ac:spMkLst>
        </pc:spChg>
        <pc:spChg chg="add del mod">
          <ac:chgData name="Palacios Roman, Juan Javier" userId="919fa330-2d00-4b10-84e5-89a913783279" providerId="ADAL" clId="{CBB0916C-F10B-48C7-B71E-93D139F68DCA}" dt="2026-07-17T12:33:33.320" v="2852" actId="478"/>
          <ac:spMkLst>
            <pc:docMk/>
            <pc:sldMk cId="2927270334" sldId="271"/>
            <ac:spMk id="35" creationId="{E3FB50DE-935B-32B3-0CCA-2C4453CBA421}"/>
          </ac:spMkLst>
        </pc:spChg>
        <pc:spChg chg="add">
          <ac:chgData name="Palacios Roman, Juan Javier" userId="919fa330-2d00-4b10-84e5-89a913783279" providerId="ADAL" clId="{CBB0916C-F10B-48C7-B71E-93D139F68DCA}" dt="2026-07-17T12:41:11.895" v="3759" actId="22"/>
          <ac:spMkLst>
            <pc:docMk/>
            <pc:sldMk cId="2927270334" sldId="271"/>
            <ac:spMk id="41" creationId="{4AD82B55-79DA-00C4-62F0-CD7DA39528CE}"/>
          </ac:spMkLst>
        </pc:spChg>
        <pc:grpChg chg="mod">
          <ac:chgData name="Palacios Roman, Juan Javier" userId="919fa330-2d00-4b10-84e5-89a913783279" providerId="ADAL" clId="{CBB0916C-F10B-48C7-B71E-93D139F68DCA}" dt="2026-07-17T12:34:19.096" v="2874" actId="1076"/>
          <ac:grpSpMkLst>
            <pc:docMk/>
            <pc:sldMk cId="2927270334" sldId="271"/>
            <ac:grpSpMk id="39" creationId="{FEA974AB-FA7F-087D-CBFD-3A2AFA81EC73}"/>
          </ac:grpSpMkLst>
        </pc:grpChg>
        <pc:picChg chg="del">
          <ac:chgData name="Palacios Roman, Juan Javier" userId="919fa330-2d00-4b10-84e5-89a913783279" providerId="ADAL" clId="{CBB0916C-F10B-48C7-B71E-93D139F68DCA}" dt="2026-07-17T12:32:29.076" v="2757" actId="478"/>
          <ac:picMkLst>
            <pc:docMk/>
            <pc:sldMk cId="2927270334" sldId="271"/>
            <ac:picMk id="5" creationId="{55F270EB-EE7E-5329-B23B-71B1BB95B81E}"/>
          </ac:picMkLst>
        </pc:picChg>
        <pc:cxnChg chg="mod">
          <ac:chgData name="Palacios Roman, Juan Javier" userId="919fa330-2d00-4b10-84e5-89a913783279" providerId="ADAL" clId="{CBB0916C-F10B-48C7-B71E-93D139F68DCA}" dt="2026-07-17T12:34:04.958" v="2872" actId="1076"/>
          <ac:cxnSpMkLst>
            <pc:docMk/>
            <pc:sldMk cId="2927270334" sldId="271"/>
            <ac:cxnSpMk id="21" creationId="{86808F16-49E9-E258-D24E-8801A3E36762}"/>
          </ac:cxnSpMkLst>
        </pc:cxnChg>
        <pc:cxnChg chg="mod">
          <ac:chgData name="Palacios Roman, Juan Javier" userId="919fa330-2d00-4b10-84e5-89a913783279" providerId="ADAL" clId="{CBB0916C-F10B-48C7-B71E-93D139F68DCA}" dt="2026-07-17T12:34:04.958" v="2872" actId="1076"/>
          <ac:cxnSpMkLst>
            <pc:docMk/>
            <pc:sldMk cId="2927270334" sldId="271"/>
            <ac:cxnSpMk id="24" creationId="{AFB0FB45-A611-D48B-3524-0874FB28DF04}"/>
          </ac:cxnSpMkLst>
        </pc:cxnChg>
        <pc:cxnChg chg="mod">
          <ac:chgData name="Palacios Roman, Juan Javier" userId="919fa330-2d00-4b10-84e5-89a913783279" providerId="ADAL" clId="{CBB0916C-F10B-48C7-B71E-93D139F68DCA}" dt="2026-07-17T12:34:04.958" v="2872" actId="1076"/>
          <ac:cxnSpMkLst>
            <pc:docMk/>
            <pc:sldMk cId="2927270334" sldId="271"/>
            <ac:cxnSpMk id="25" creationId="{18325831-8D74-3061-1138-397B6F995663}"/>
          </ac:cxnSpMkLst>
        </pc:cxnChg>
        <pc:cxnChg chg="mod">
          <ac:chgData name="Palacios Roman, Juan Javier" userId="919fa330-2d00-4b10-84e5-89a913783279" providerId="ADAL" clId="{CBB0916C-F10B-48C7-B71E-93D139F68DCA}" dt="2026-07-17T12:34:04.958" v="2872" actId="1076"/>
          <ac:cxnSpMkLst>
            <pc:docMk/>
            <pc:sldMk cId="2927270334" sldId="271"/>
            <ac:cxnSpMk id="26" creationId="{B6EFD372-92B1-D37D-319F-411022C70443}"/>
          </ac:cxnSpMkLst>
        </pc:cxnChg>
        <pc:cxnChg chg="mod">
          <ac:chgData name="Palacios Roman, Juan Javier" userId="919fa330-2d00-4b10-84e5-89a913783279" providerId="ADAL" clId="{CBB0916C-F10B-48C7-B71E-93D139F68DCA}" dt="2026-07-17T12:34:04.958" v="2872" actId="1076"/>
          <ac:cxnSpMkLst>
            <pc:docMk/>
            <pc:sldMk cId="2927270334" sldId="271"/>
            <ac:cxnSpMk id="30" creationId="{34B87B68-7E35-802B-B37B-BC61D4BBC73B}"/>
          </ac:cxnSpMkLst>
        </pc:cxnChg>
        <pc:cxnChg chg="mod">
          <ac:chgData name="Palacios Roman, Juan Javier" userId="919fa330-2d00-4b10-84e5-89a913783279" providerId="ADAL" clId="{CBB0916C-F10B-48C7-B71E-93D139F68DCA}" dt="2026-07-17T12:34:04.958" v="2872" actId="1076"/>
          <ac:cxnSpMkLst>
            <pc:docMk/>
            <pc:sldMk cId="2927270334" sldId="271"/>
            <ac:cxnSpMk id="31" creationId="{F517A745-B044-6FB8-366C-C702E376A3F0}"/>
          </ac:cxnSpMkLst>
        </pc:cxnChg>
        <pc:cxnChg chg="del mod">
          <ac:chgData name="Palacios Roman, Juan Javier" userId="919fa330-2d00-4b10-84e5-89a913783279" providerId="ADAL" clId="{CBB0916C-F10B-48C7-B71E-93D139F68DCA}" dt="2026-07-17T12:33:36.003" v="2853" actId="478"/>
          <ac:cxnSpMkLst>
            <pc:docMk/>
            <pc:sldMk cId="2927270334" sldId="271"/>
            <ac:cxnSpMk id="36" creationId="{68445B9B-5A0C-5658-300C-2822B9F680DB}"/>
          </ac:cxnSpMkLst>
        </pc:cxnChg>
      </pc:sldChg>
      <pc:sldChg chg="addSp modSp add mod">
        <pc:chgData name="Palacios Roman, Juan Javier" userId="919fa330-2d00-4b10-84e5-89a913783279" providerId="ADAL" clId="{CBB0916C-F10B-48C7-B71E-93D139F68DCA}" dt="2026-07-17T12:58:54.611" v="4995" actId="14100"/>
        <pc:sldMkLst>
          <pc:docMk/>
          <pc:sldMk cId="4044856241" sldId="272"/>
        </pc:sldMkLst>
        <pc:spChg chg="add">
          <ac:chgData name="Palacios Roman, Juan Javier" userId="919fa330-2d00-4b10-84e5-89a913783279" providerId="ADAL" clId="{CBB0916C-F10B-48C7-B71E-93D139F68DCA}" dt="2026-07-17T12:41:10.257" v="3758" actId="22"/>
          <ac:spMkLst>
            <pc:docMk/>
            <pc:sldMk cId="4044856241" sldId="272"/>
            <ac:spMk id="4" creationId="{9442EE77-7F5D-BACB-24FC-0A082D74C483}"/>
          </ac:spMkLst>
        </pc:spChg>
        <pc:spChg chg="mod">
          <ac:chgData name="Palacios Roman, Juan Javier" userId="919fa330-2d00-4b10-84e5-89a913783279" providerId="ADAL" clId="{CBB0916C-F10B-48C7-B71E-93D139F68DCA}" dt="2026-07-17T12:39:25.077" v="3632" actId="20577"/>
          <ac:spMkLst>
            <pc:docMk/>
            <pc:sldMk cId="4044856241" sldId="272"/>
            <ac:spMk id="6" creationId="{DA63E737-0EF7-E145-079B-F26A556EF3F5}"/>
          </ac:spMkLst>
        </pc:spChg>
        <pc:spChg chg="mod">
          <ac:chgData name="Palacios Roman, Juan Javier" userId="919fa330-2d00-4b10-84e5-89a913783279" providerId="ADAL" clId="{CBB0916C-F10B-48C7-B71E-93D139F68DCA}" dt="2026-07-17T12:58:16.722" v="4987" actId="207"/>
          <ac:spMkLst>
            <pc:docMk/>
            <pc:sldMk cId="4044856241" sldId="272"/>
            <ac:spMk id="12" creationId="{3AEC4989-4C31-C32F-9320-232F7D4C833D}"/>
          </ac:spMkLst>
        </pc:spChg>
        <pc:spChg chg="mod">
          <ac:chgData name="Palacios Roman, Juan Javier" userId="919fa330-2d00-4b10-84e5-89a913783279" providerId="ADAL" clId="{CBB0916C-F10B-48C7-B71E-93D139F68DCA}" dt="2026-07-17T12:58:39.123" v="4992" actId="688"/>
          <ac:spMkLst>
            <pc:docMk/>
            <pc:sldMk cId="4044856241" sldId="272"/>
            <ac:spMk id="29" creationId="{6468876B-4CA5-0FF3-0E83-1C3663D2EE28}"/>
          </ac:spMkLst>
        </pc:spChg>
        <pc:cxnChg chg="mod">
          <ac:chgData name="Palacios Roman, Juan Javier" userId="919fa330-2d00-4b10-84e5-89a913783279" providerId="ADAL" clId="{CBB0916C-F10B-48C7-B71E-93D139F68DCA}" dt="2026-07-17T12:58:45.744" v="4993" actId="14100"/>
          <ac:cxnSpMkLst>
            <pc:docMk/>
            <pc:sldMk cId="4044856241" sldId="272"/>
            <ac:cxnSpMk id="25" creationId="{B791B3C8-B363-10F3-2B62-3EC20256E5C5}"/>
          </ac:cxnSpMkLst>
        </pc:cxnChg>
        <pc:cxnChg chg="mod">
          <ac:chgData name="Palacios Roman, Juan Javier" userId="919fa330-2d00-4b10-84e5-89a913783279" providerId="ADAL" clId="{CBB0916C-F10B-48C7-B71E-93D139F68DCA}" dt="2026-07-17T12:58:49.789" v="4994" actId="14100"/>
          <ac:cxnSpMkLst>
            <pc:docMk/>
            <pc:sldMk cId="4044856241" sldId="272"/>
            <ac:cxnSpMk id="26" creationId="{2FDFCD8E-69F5-1E60-478D-DB2888629986}"/>
          </ac:cxnSpMkLst>
        </pc:cxnChg>
        <pc:cxnChg chg="mod">
          <ac:chgData name="Palacios Roman, Juan Javier" userId="919fa330-2d00-4b10-84e5-89a913783279" providerId="ADAL" clId="{CBB0916C-F10B-48C7-B71E-93D139F68DCA}" dt="2026-07-17T12:58:54.611" v="4995" actId="14100"/>
          <ac:cxnSpMkLst>
            <pc:docMk/>
            <pc:sldMk cId="4044856241" sldId="272"/>
            <ac:cxnSpMk id="31" creationId="{7E350CB3-8CFE-5542-A4AE-75566424FDDE}"/>
          </ac:cxnSpMkLst>
        </pc:cxnChg>
      </pc:sldChg>
      <pc:sldChg chg="addSp delSp modSp add mod">
        <pc:chgData name="Palacios Roman, Juan Javier" userId="919fa330-2d00-4b10-84e5-89a913783279" providerId="ADAL" clId="{CBB0916C-F10B-48C7-B71E-93D139F68DCA}" dt="2026-07-17T12:59:24.715" v="5006" actId="20577"/>
        <pc:sldMkLst>
          <pc:docMk/>
          <pc:sldMk cId="4007595492" sldId="273"/>
        </pc:sldMkLst>
        <pc:spChg chg="add del">
          <ac:chgData name="Palacios Roman, Juan Javier" userId="919fa330-2d00-4b10-84e5-89a913783279" providerId="ADAL" clId="{CBB0916C-F10B-48C7-B71E-93D139F68DCA}" dt="2026-07-17T12:40:52.243" v="3745" actId="22"/>
          <ac:spMkLst>
            <pc:docMk/>
            <pc:sldMk cId="4007595492" sldId="273"/>
            <ac:spMk id="4" creationId="{D73FC922-81CF-52FF-F8B2-536BF6064FC0}"/>
          </ac:spMkLst>
        </pc:spChg>
        <pc:spChg chg="mod">
          <ac:chgData name="Palacios Roman, Juan Javier" userId="919fa330-2d00-4b10-84e5-89a913783279" providerId="ADAL" clId="{CBB0916C-F10B-48C7-B71E-93D139F68DCA}" dt="2026-07-17T12:59:24.715" v="5006" actId="20577"/>
          <ac:spMkLst>
            <pc:docMk/>
            <pc:sldMk cId="4007595492" sldId="273"/>
            <ac:spMk id="6" creationId="{3E75221C-D726-ABC1-8ADD-47F20A80369B}"/>
          </ac:spMkLst>
        </pc:spChg>
        <pc:spChg chg="add mod">
          <ac:chgData name="Palacios Roman, Juan Javier" userId="919fa330-2d00-4b10-84e5-89a913783279" providerId="ADAL" clId="{CBB0916C-F10B-48C7-B71E-93D139F68DCA}" dt="2026-07-17T12:41:05.700" v="3757" actId="20577"/>
          <ac:spMkLst>
            <pc:docMk/>
            <pc:sldMk cId="4007595492" sldId="273"/>
            <ac:spMk id="7" creationId="{084434C3-8BEA-68FC-40BF-5E8FEDC8FFCB}"/>
          </ac:spMkLst>
        </pc:spChg>
      </pc:sldChg>
      <pc:sldChg chg="addSp modSp new mod">
        <pc:chgData name="Palacios Roman, Juan Javier" userId="919fa330-2d00-4b10-84e5-89a913783279" providerId="ADAL" clId="{CBB0916C-F10B-48C7-B71E-93D139F68DCA}" dt="2026-07-17T12:44:41.150" v="4274" actId="20577"/>
        <pc:sldMkLst>
          <pc:docMk/>
          <pc:sldMk cId="458626280" sldId="274"/>
        </pc:sldMkLst>
        <pc:spChg chg="mod">
          <ac:chgData name="Palacios Roman, Juan Javier" userId="919fa330-2d00-4b10-84e5-89a913783279" providerId="ADAL" clId="{CBB0916C-F10B-48C7-B71E-93D139F68DCA}" dt="2026-07-17T12:42:11.811" v="3912" actId="20577"/>
          <ac:spMkLst>
            <pc:docMk/>
            <pc:sldMk cId="458626280" sldId="274"/>
            <ac:spMk id="2" creationId="{D2F6FD13-6386-D025-577C-B73347FF98EB}"/>
          </ac:spMkLst>
        </pc:spChg>
        <pc:spChg chg="mod">
          <ac:chgData name="Palacios Roman, Juan Javier" userId="919fa330-2d00-4b10-84e5-89a913783279" providerId="ADAL" clId="{CBB0916C-F10B-48C7-B71E-93D139F68DCA}" dt="2026-07-17T12:44:41.150" v="4274" actId="20577"/>
          <ac:spMkLst>
            <pc:docMk/>
            <pc:sldMk cId="458626280" sldId="274"/>
            <ac:spMk id="3" creationId="{F6C04A24-1659-F025-AFED-92755E749948}"/>
          </ac:spMkLst>
        </pc:spChg>
        <pc:picChg chg="add mod">
          <ac:chgData name="Palacios Roman, Juan Javier" userId="919fa330-2d00-4b10-84e5-89a913783279" providerId="ADAL" clId="{CBB0916C-F10B-48C7-B71E-93D139F68DCA}" dt="2026-07-17T12:44:36.597" v="4272" actId="1076"/>
          <ac:picMkLst>
            <pc:docMk/>
            <pc:sldMk cId="458626280" sldId="274"/>
            <ac:picMk id="5" creationId="{FBE93249-3D5C-FBD4-ACD0-2F8D7308F9A1}"/>
          </ac:picMkLst>
        </pc:picChg>
      </pc:sldChg>
      <pc:sldChg chg="addSp delSp modSp add mod">
        <pc:chgData name="Palacios Roman, Juan Javier" userId="919fa330-2d00-4b10-84e5-89a913783279" providerId="ADAL" clId="{CBB0916C-F10B-48C7-B71E-93D139F68DCA}" dt="2026-07-17T12:49:55.430" v="4569" actId="22"/>
        <pc:sldMkLst>
          <pc:docMk/>
          <pc:sldMk cId="538810915" sldId="275"/>
        </pc:sldMkLst>
        <pc:spChg chg="mod">
          <ac:chgData name="Palacios Roman, Juan Javier" userId="919fa330-2d00-4b10-84e5-89a913783279" providerId="ADAL" clId="{CBB0916C-F10B-48C7-B71E-93D139F68DCA}" dt="2026-07-17T12:49:25.461" v="4511" actId="20577"/>
          <ac:spMkLst>
            <pc:docMk/>
            <pc:sldMk cId="538810915" sldId="275"/>
            <ac:spMk id="3" creationId="{B49C25AC-7123-9F0D-A796-C5ABB8A09781}"/>
          </ac:spMkLst>
        </pc:spChg>
        <pc:picChg chg="del">
          <ac:chgData name="Palacios Roman, Juan Javier" userId="919fa330-2d00-4b10-84e5-89a913783279" providerId="ADAL" clId="{CBB0916C-F10B-48C7-B71E-93D139F68DCA}" dt="2026-07-17T12:44:58.594" v="4323" actId="478"/>
          <ac:picMkLst>
            <pc:docMk/>
            <pc:sldMk cId="538810915" sldId="275"/>
            <ac:picMk id="5" creationId="{895CB33F-DF55-7F4F-128F-E59DDC2F9DB3}"/>
          </ac:picMkLst>
        </pc:picChg>
        <pc:picChg chg="add del mod">
          <ac:chgData name="Palacios Roman, Juan Javier" userId="919fa330-2d00-4b10-84e5-89a913783279" providerId="ADAL" clId="{CBB0916C-F10B-48C7-B71E-93D139F68DCA}" dt="2026-07-17T12:49:55.079" v="4568" actId="478"/>
          <ac:picMkLst>
            <pc:docMk/>
            <pc:sldMk cId="538810915" sldId="275"/>
            <ac:picMk id="6" creationId="{E70CDBAF-9C48-3776-A722-B28FE1023EB1}"/>
          </ac:picMkLst>
        </pc:picChg>
        <pc:picChg chg="add del">
          <ac:chgData name="Palacios Roman, Juan Javier" userId="919fa330-2d00-4b10-84e5-89a913783279" providerId="ADAL" clId="{CBB0916C-F10B-48C7-B71E-93D139F68DCA}" dt="2026-07-17T12:49:25.481" v="4512" actId="22"/>
          <ac:picMkLst>
            <pc:docMk/>
            <pc:sldMk cId="538810915" sldId="275"/>
            <ac:picMk id="8" creationId="{40BD064C-CA10-84F0-42FF-2DD616EC9A1F}"/>
          </ac:picMkLst>
        </pc:picChg>
        <pc:picChg chg="add">
          <ac:chgData name="Palacios Roman, Juan Javier" userId="919fa330-2d00-4b10-84e5-89a913783279" providerId="ADAL" clId="{CBB0916C-F10B-48C7-B71E-93D139F68DCA}" dt="2026-07-17T12:49:55.430" v="4569" actId="22"/>
          <ac:picMkLst>
            <pc:docMk/>
            <pc:sldMk cId="538810915" sldId="275"/>
            <ac:picMk id="10" creationId="{C1266C9C-C939-D671-DB41-A0683FAAD7B8}"/>
          </ac:picMkLst>
        </pc:picChg>
      </pc:sldChg>
      <pc:sldChg chg="addSp delSp modSp add mod">
        <pc:chgData name="Palacios Roman, Juan Javier" userId="919fa330-2d00-4b10-84e5-89a913783279" providerId="ADAL" clId="{CBB0916C-F10B-48C7-B71E-93D139F68DCA}" dt="2026-07-17T12:51:59.387" v="4633" actId="14100"/>
        <pc:sldMkLst>
          <pc:docMk/>
          <pc:sldMk cId="1172494976" sldId="276"/>
        </pc:sldMkLst>
        <pc:spChg chg="add del mod">
          <ac:chgData name="Palacios Roman, Juan Javier" userId="919fa330-2d00-4b10-84e5-89a913783279" providerId="ADAL" clId="{CBB0916C-F10B-48C7-B71E-93D139F68DCA}" dt="2026-07-17T12:49:32.545" v="4559"/>
          <ac:spMkLst>
            <pc:docMk/>
            <pc:sldMk cId="1172494976" sldId="276"/>
            <ac:spMk id="3" creationId="{FE936932-B39A-9D4A-DCDF-E7A0C99EBE11}"/>
          </ac:spMkLst>
        </pc:spChg>
        <pc:spChg chg="add del mod">
          <ac:chgData name="Palacios Roman, Juan Javier" userId="919fa330-2d00-4b10-84e5-89a913783279" providerId="ADAL" clId="{CBB0916C-F10B-48C7-B71E-93D139F68DCA}" dt="2026-07-17T12:49:25.746" v="4520" actId="478"/>
          <ac:spMkLst>
            <pc:docMk/>
            <pc:sldMk cId="1172494976" sldId="276"/>
            <ac:spMk id="5" creationId="{E6CD8B0E-7A19-5116-42C4-7DEC8AD8CF42}"/>
          </ac:spMkLst>
        </pc:spChg>
        <pc:spChg chg="add mod">
          <ac:chgData name="Palacios Roman, Juan Javier" userId="919fa330-2d00-4b10-84e5-89a913783279" providerId="ADAL" clId="{CBB0916C-F10B-48C7-B71E-93D139F68DCA}" dt="2026-07-17T12:51:59.387" v="4633" actId="14100"/>
          <ac:spMkLst>
            <pc:docMk/>
            <pc:sldMk cId="1172494976" sldId="276"/>
            <ac:spMk id="9" creationId="{41ED677E-FF51-6B7F-9FEF-CBCED5A673A7}"/>
          </ac:spMkLst>
        </pc:spChg>
        <pc:spChg chg="add mod">
          <ac:chgData name="Palacios Roman, Juan Javier" userId="919fa330-2d00-4b10-84e5-89a913783279" providerId="ADAL" clId="{CBB0916C-F10B-48C7-B71E-93D139F68DCA}" dt="2026-07-17T12:49:40.276" v="4563"/>
          <ac:spMkLst>
            <pc:docMk/>
            <pc:sldMk cId="1172494976" sldId="276"/>
            <ac:spMk id="10" creationId="{F5A7E261-38BA-DCAB-4B00-74A634E985EC}"/>
          </ac:spMkLst>
        </pc:spChg>
        <pc:picChg chg="add del">
          <ac:chgData name="Palacios Roman, Juan Javier" userId="919fa330-2d00-4b10-84e5-89a913783279" providerId="ADAL" clId="{CBB0916C-F10B-48C7-B71E-93D139F68DCA}" dt="2026-07-17T12:49:39.145" v="4561" actId="478"/>
          <ac:picMkLst>
            <pc:docMk/>
            <pc:sldMk cId="1172494976" sldId="276"/>
            <ac:picMk id="6" creationId="{5A31852A-1D09-E4E4-D825-B75941601B1B}"/>
          </ac:picMkLst>
        </pc:picChg>
        <pc:picChg chg="add del mod">
          <ac:chgData name="Palacios Roman, Juan Javier" userId="919fa330-2d00-4b10-84e5-89a913783279" providerId="ADAL" clId="{CBB0916C-F10B-48C7-B71E-93D139F68DCA}" dt="2026-07-17T12:49:25.640" v="4517" actId="22"/>
          <ac:picMkLst>
            <pc:docMk/>
            <pc:sldMk cId="1172494976" sldId="276"/>
            <ac:picMk id="8" creationId="{95E7A957-A617-C844-7C6C-4A5C2A5E9855}"/>
          </ac:picMkLst>
        </pc:picChg>
        <pc:picChg chg="add mod">
          <ac:chgData name="Palacios Roman, Juan Javier" userId="919fa330-2d00-4b10-84e5-89a913783279" providerId="ADAL" clId="{CBB0916C-F10B-48C7-B71E-93D139F68DCA}" dt="2026-07-17T12:49:51.797" v="4567" actId="14100"/>
          <ac:picMkLst>
            <pc:docMk/>
            <pc:sldMk cId="1172494976" sldId="276"/>
            <ac:picMk id="12" creationId="{1C1A4C3E-07D3-D265-6277-D19439FFE891}"/>
          </ac:picMkLst>
        </pc:picChg>
      </pc:sldChg>
      <pc:sldChg chg="modSp add mod">
        <pc:chgData name="Palacios Roman, Juan Javier" userId="919fa330-2d00-4b10-84e5-89a913783279" providerId="ADAL" clId="{CBB0916C-F10B-48C7-B71E-93D139F68DCA}" dt="2026-07-17T12:50:17.214" v="4624" actId="20577"/>
        <pc:sldMkLst>
          <pc:docMk/>
          <pc:sldMk cId="3924478765" sldId="277"/>
        </pc:sldMkLst>
        <pc:spChg chg="mod">
          <ac:chgData name="Palacios Roman, Juan Javier" userId="919fa330-2d00-4b10-84e5-89a913783279" providerId="ADAL" clId="{CBB0916C-F10B-48C7-B71E-93D139F68DCA}" dt="2026-07-17T12:50:17.214" v="4624" actId="20577"/>
          <ac:spMkLst>
            <pc:docMk/>
            <pc:sldMk cId="3924478765" sldId="277"/>
            <ac:spMk id="9" creationId="{C5F0FDD9-FF5A-2A39-5016-77478726215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44ADD-3531-40FB-58BD-0B90861610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57D9A6-0476-5EBE-294E-43AACD9B5D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5F27A-FC1B-331A-025F-1E00D6563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D5A1D-C06F-4CA8-9A8B-D7E84F562A35}" type="datetimeFigureOut">
              <a:rPr lang="en-NL" smtClean="0"/>
              <a:t>17/07/2026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46F26-5AA8-D805-A9FB-C1902CFED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7B459-F487-F47A-A9F6-169539FCC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D3A32-77E7-4ACC-BC49-E94CEE34AB6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31328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E7AF1-456A-49B2-4D34-2C17773E0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0D4E2-767E-88BA-A49B-7B619C199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1E1EA-8BA1-CF95-F946-A71998652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D5A1D-C06F-4CA8-9A8B-D7E84F562A35}" type="datetimeFigureOut">
              <a:rPr lang="en-NL" smtClean="0"/>
              <a:t>17/07/2026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19094-A037-1D95-5A1E-871560B95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0F765-AF56-9C21-21EF-43049B69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D3A32-77E7-4ACC-BC49-E94CEE34AB6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05817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58EB1-359C-9235-D24C-7A5B689CD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2546C7-1728-D2F4-3853-41AF94AC4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4F0AF-92A3-E6ED-0947-91C7F6576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D5A1D-C06F-4CA8-9A8B-D7E84F562A35}" type="datetimeFigureOut">
              <a:rPr lang="en-NL" smtClean="0"/>
              <a:t>17/07/2026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3FA12-D968-1368-E8BA-ED6621749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E3553-767D-8ECC-6AE8-44B4B15BC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D3A32-77E7-4ACC-BC49-E94CEE34AB6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79683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27B24-6EA5-E8A9-5F62-2638368D3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E038F-376F-FF9D-1050-1A65C5D787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0A99BE-82A9-2ED0-B24B-A788F31D5C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49C960-6E5B-1C5C-F0EA-8AB232E50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D5A1D-C06F-4CA8-9A8B-D7E84F562A35}" type="datetimeFigureOut">
              <a:rPr lang="en-NL" smtClean="0"/>
              <a:t>17/07/2026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B2D228-F161-C09F-483C-514D7F0E4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3D851-FCB2-A54F-910C-FB229B096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D3A32-77E7-4ACC-BC49-E94CEE34AB6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20359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289EC-297B-4C8E-E656-587F98E26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BBDAE-9035-6542-EC03-E0EDF8A39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E169CE-BB0B-1496-0997-1876EB7986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EE3159-FF9D-03E2-3369-3B3379C769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9056A2-B346-D6E8-D64B-655BE170E6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418CC6-C024-AA3C-09E9-D23819A8C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D5A1D-C06F-4CA8-9A8B-D7E84F562A35}" type="datetimeFigureOut">
              <a:rPr lang="en-NL" smtClean="0"/>
              <a:t>17/07/2026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14F1B2-06A7-D851-878A-AB777267A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ECA0DE-9A75-684B-1743-2232211C1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D3A32-77E7-4ACC-BC49-E94CEE34AB6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03645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A3A28-ED68-ED08-922E-918CEFB8B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62798C-CBB7-6411-DC71-36AD3ECB4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D5A1D-C06F-4CA8-9A8B-D7E84F562A35}" type="datetimeFigureOut">
              <a:rPr lang="en-NL" smtClean="0"/>
              <a:t>17/07/2026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A9AD04-1D7B-F94B-9A62-EDD7CD944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C4B3D1-3D70-64C0-809C-24C6872F6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D3A32-77E7-4ACC-BC49-E94CEE34AB6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83760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DE8609-8BA6-3286-727E-FC1BD9E5D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D5A1D-C06F-4CA8-9A8B-D7E84F562A35}" type="datetimeFigureOut">
              <a:rPr lang="en-NL" smtClean="0"/>
              <a:t>17/07/2026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86CD35-F180-DC75-7D21-E777D9323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7413B-5727-C707-97DD-1435AE8EE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D3A32-77E7-4ACC-BC49-E94CEE34AB6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87963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D9781-A808-0AAB-6AD2-21625453C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9AC87-5480-C40B-A3E4-F749E1971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9822C-0A5D-A572-CBD0-CDF5271AD6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564648-C130-C213-E564-EA08ABEC9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D5A1D-C06F-4CA8-9A8B-D7E84F562A35}" type="datetimeFigureOut">
              <a:rPr lang="en-NL" smtClean="0"/>
              <a:t>17/07/2026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603734-D26E-3677-E0E5-E9D35FEAD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71A6E3-6A97-8BEC-953D-CBE3EF434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D3A32-77E7-4ACC-BC49-E94CEE34AB6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38253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98854-5633-C8E5-2D2B-CDD7C22C7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247B41-AAED-C4AD-CB2B-F81BBA7272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52E0FA-C253-BEC0-CFCC-06144A538A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DB5A2-87B7-F20E-6335-2F187B8AB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D5A1D-C06F-4CA8-9A8B-D7E84F562A35}" type="datetimeFigureOut">
              <a:rPr lang="en-NL" smtClean="0"/>
              <a:t>17/07/2026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2B8DF4-F8EB-F23E-50AB-5DD719C82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6282D-79C3-8555-D2A9-A0F5DB07A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D3A32-77E7-4ACC-BC49-E94CEE34AB6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48535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723FD-57B0-2D8B-E5BE-E0F9CA765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1D50B5-93A7-0012-6707-D87CF1BAC0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E5FBA-777C-8A18-B6E7-EBDDD0454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D5A1D-C06F-4CA8-9A8B-D7E84F562A35}" type="datetimeFigureOut">
              <a:rPr lang="en-NL" smtClean="0"/>
              <a:t>17/07/2026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DAF92-2BEB-7C7A-66CA-9A4796AA3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4AE02-5FF3-99CB-69D8-2887FC4D1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D3A32-77E7-4ACC-BC49-E94CEE34AB6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56153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E277C0-5DC0-DAEE-26C6-FD94D0EA92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A1F2FB-EAD2-6EE1-E2DB-8073467B3B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56F88-C5BB-AEC7-B8EE-4C26FDD72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D5A1D-C06F-4CA8-9A8B-D7E84F562A35}" type="datetimeFigureOut">
              <a:rPr lang="en-NL" smtClean="0"/>
              <a:t>17/07/2026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93325-F2BD-6790-E2AB-FB17896C2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F155C-CD68-C9E8-F280-DCB2C9749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D3A32-77E7-4ACC-BC49-E94CEE34AB6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46007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494FC3-F6A0-2642-DADC-8F27FA0C2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33C9F-1E23-26FE-E41C-8C6F8D3BE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985E8-149D-7C7A-58B9-87713BEB54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6D5A1D-C06F-4CA8-9A8B-D7E84F562A35}" type="datetimeFigureOut">
              <a:rPr lang="en-NL" smtClean="0"/>
              <a:t>17/07/2026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EA639-5E62-9E12-E11F-54CC1A65F7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22A06-C3AA-34AF-39A6-4FA8C5D9ED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7D3A32-77E7-4ACC-BC49-E94CEE34AB6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23705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7.png"/><Relationship Id="rId7" Type="http://schemas.openxmlformats.org/officeDocument/2006/relationships/image" Target="../media/image13.png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9.gif"/><Relationship Id="rId7" Type="http://schemas.openxmlformats.org/officeDocument/2006/relationships/image" Target="../media/image1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FC95F-E44B-68D7-D013-BDFE98A20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FA430-ED6A-B670-8394-B366A2FC4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en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A3311E-C848-6B46-84AF-EB9BA1188F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Power output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of a tokamak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 is tritium density in the core;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dirty="0"/>
                  <a:t> is deuterium density in the core;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is temperature.</a:t>
                </a:r>
              </a:p>
              <a:p>
                <a:endParaRPr lang="en-N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A3311E-C848-6B46-84AF-EB9BA1188F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9199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F7EC1-E3AE-D9BD-B6C4-82CC85E63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en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100CED-D94A-547F-8CE6-F0D6D13524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Greenwald density limit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𝐺𝑊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is a hard limit on the total density, i.e.,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𝐺𝑊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Given constant temperature, maximum power is achieved when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=0.5⋅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</m:oMath>
                </a14:m>
                <a:r>
                  <a:rPr lang="en-US" dirty="0"/>
                  <a:t> is a desired total density (smaller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𝐺𝑊</m:t>
                        </m:r>
                      </m:sub>
                    </m:sSub>
                  </m:oMath>
                </a14:m>
                <a:r>
                  <a:rPr lang="en-US" dirty="0"/>
                  <a:t>).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100CED-D94A-547F-8CE6-F0D6D13524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 r="-812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454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31895-7F21-E2CD-D14E-250217A87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en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8D520A-C2E9-B9AE-6357-B652561499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Goal</a:t>
                </a:r>
              </a:p>
              <a:p>
                <a:r>
                  <a:rPr lang="en-US" dirty="0"/>
                  <a:t>Achieve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=0.5⋅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Problem</a:t>
                </a:r>
              </a:p>
              <a:p>
                <a:r>
                  <a:rPr lang="en-US" dirty="0"/>
                  <a:t>Densities decay over time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endParaRPr lang="en-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8D520A-C2E9-B9AE-6357-B652561499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9833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74EE3-2A0C-A782-CD65-026D146F3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5351F-1D6B-1FA6-410E-3463A4468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en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8AA52F-341C-9BBE-9F6E-F70287A29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Goal</a:t>
                </a:r>
              </a:p>
              <a:p>
                <a:r>
                  <a:rPr lang="en-US" dirty="0"/>
                  <a:t>Achieve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=0.5⋅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Problem</a:t>
                </a:r>
              </a:p>
              <a:p>
                <a:r>
                  <a:rPr lang="en-US" dirty="0"/>
                  <a:t>Densities decay over time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We can control the flowrates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8AA52F-341C-9BBE-9F6E-F70287A29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5109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D7F4D-63EF-0B74-5B6D-833A24C2F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5033C-80F5-4D1D-B245-773EE6246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en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0D9EDB-A407-A9DF-07AE-E39B49F2ED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Goal</a:t>
                </a:r>
              </a:p>
              <a:p>
                <a:r>
                  <a:rPr lang="en-US" dirty="0"/>
                  <a:t>Achieve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=0.5⋅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Problem</a:t>
                </a:r>
              </a:p>
              <a:p>
                <a:r>
                  <a:rPr lang="en-US" dirty="0"/>
                  <a:t>The fuel ratio is defined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0D9EDB-A407-A9DF-07AE-E39B49F2ED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0070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74D7F-4D6A-CDA7-AA4E-ED1DE9D2B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91A31-A843-8EB1-E47D-13F3E1FAB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en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D88AA1-9067-EA51-0EE6-2F6E4539D6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Goal</a:t>
                </a:r>
              </a:p>
              <a:p>
                <a:r>
                  <a:rPr lang="en-US" dirty="0"/>
                  <a:t>Achieve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=0.5⋅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Problem</a:t>
                </a:r>
              </a:p>
              <a:p>
                <a:r>
                  <a:rPr lang="en-US" dirty="0"/>
                  <a:t>The ideal fuel ratio (for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=0.5⋅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</m:oMath>
                </a14:m>
                <a:r>
                  <a:rPr lang="en-US" dirty="0"/>
                  <a:t> is achieved) is 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However, we don’t know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and they may vary over time.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D88AA1-9067-EA51-0EE6-2F6E4539D6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b="-336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8332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9D6F7-4EBD-CFBA-CC6A-86CCB1BB7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  <a:endParaRPr lang="en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A63F8A-4BE7-E0E5-83A0-D0F99E981B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Extremum seeking control</a:t>
                </a:r>
              </a:p>
              <a:p>
                <a:r>
                  <a:rPr lang="en-US" dirty="0"/>
                  <a:t>An online, adaptive, model-free optimization method.</a:t>
                </a:r>
              </a:p>
              <a:p>
                <a:r>
                  <a:rPr lang="en-US" dirty="0"/>
                  <a:t>We can measure the number of outgoing neutrons, which is proportional to the power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Then, extremum seeking control will tune the fuel ratio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 is maximized.</a:t>
                </a:r>
                <a:endParaRPr lang="en-N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A63F8A-4BE7-E0E5-83A0-D0F99E981B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r="-986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5662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A5219748-3821-6721-041E-941784A10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5702" y="1815179"/>
            <a:ext cx="3246754" cy="38150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89BBED1-CBD9-F92A-E3D3-B8D706919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Extremum seeking control</a:t>
            </a:r>
            <a:endParaRPr lang="en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528F2D-08DA-9ADB-7EFF-3095C0377C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617464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Peturb the fuel ratio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Power output will also be perturbed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are in-phase, there is a positive local gradient.</a:t>
                </a:r>
                <a:endParaRPr lang="en-N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528F2D-08DA-9ADB-7EFF-3095C0377C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617464" cy="4351338"/>
              </a:xfrm>
              <a:blipFill>
                <a:blip r:embed="rId3"/>
                <a:stretch>
                  <a:fillRect l="-1954" t="-280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932C209-D0A6-26DE-C523-DCF8E1A74A20}"/>
                  </a:ext>
                </a:extLst>
              </p:cNvPr>
              <p:cNvSpPr txBox="1"/>
              <p:nvPr/>
            </p:nvSpPr>
            <p:spPr>
              <a:xfrm>
                <a:off x="8145432" y="2377787"/>
                <a:ext cx="212879" cy="3000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5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NL" sz="195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932C209-D0A6-26DE-C523-DCF8E1A74A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5432" y="2377787"/>
                <a:ext cx="212879" cy="300082"/>
              </a:xfrm>
              <a:prstGeom prst="rect">
                <a:avLst/>
              </a:prstGeom>
              <a:blipFill>
                <a:blip r:embed="rId4"/>
                <a:stretch>
                  <a:fillRect l="-28571" r="-25714" b="-8163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ED9DA6F-4C58-1498-1908-61D97A93C294}"/>
                  </a:ext>
                </a:extLst>
              </p:cNvPr>
              <p:cNvSpPr txBox="1"/>
              <p:nvPr/>
            </p:nvSpPr>
            <p:spPr>
              <a:xfrm>
                <a:off x="9980265" y="4851792"/>
                <a:ext cx="212879" cy="3000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5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NL" sz="195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ED9DA6F-4C58-1498-1908-61D97A93C2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0265" y="4851792"/>
                <a:ext cx="212879" cy="300082"/>
              </a:xfrm>
              <a:prstGeom prst="rect">
                <a:avLst/>
              </a:prstGeom>
              <a:blipFill>
                <a:blip r:embed="rId5"/>
                <a:stretch>
                  <a:fillRect l="-28571" r="-25714" b="-6122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D45B60C-BDF5-436A-D62F-406277E354D5}"/>
                  </a:ext>
                </a:extLst>
              </p:cNvPr>
              <p:cNvSpPr txBox="1"/>
              <p:nvPr/>
            </p:nvSpPr>
            <p:spPr>
              <a:xfrm>
                <a:off x="9961362" y="4208289"/>
                <a:ext cx="175433" cy="3000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5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NL" sz="195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D45B60C-BDF5-436A-D62F-406277E354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1362" y="4208289"/>
                <a:ext cx="175433" cy="300082"/>
              </a:xfrm>
              <a:prstGeom prst="rect">
                <a:avLst/>
              </a:prstGeom>
              <a:blipFill>
                <a:blip r:embed="rId6"/>
                <a:stretch>
                  <a:fillRect l="-20690" r="-2069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DD2B024-F309-812D-8DB5-60BF009E0289}"/>
                  </a:ext>
                </a:extLst>
              </p:cNvPr>
              <p:cNvSpPr txBox="1"/>
              <p:nvPr/>
            </p:nvSpPr>
            <p:spPr>
              <a:xfrm>
                <a:off x="8145432" y="4851792"/>
                <a:ext cx="175433" cy="3000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5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NL" sz="195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DD2B024-F309-812D-8DB5-60BF009E0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5432" y="4851792"/>
                <a:ext cx="175433" cy="300082"/>
              </a:xfrm>
              <a:prstGeom prst="rect">
                <a:avLst/>
              </a:prstGeom>
              <a:blipFill>
                <a:blip r:embed="rId7"/>
                <a:stretch>
                  <a:fillRect l="-20690" r="-2069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E33E228-A068-245E-9916-FBCC9063A37D}"/>
                  </a:ext>
                </a:extLst>
              </p:cNvPr>
              <p:cNvSpPr txBox="1"/>
              <p:nvPr/>
            </p:nvSpPr>
            <p:spPr>
              <a:xfrm>
                <a:off x="10934198" y="5630232"/>
                <a:ext cx="156773" cy="3000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5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NL" sz="195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E33E228-A068-245E-9916-FBCC9063A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4198" y="5630232"/>
                <a:ext cx="156773" cy="300082"/>
              </a:xfrm>
              <a:prstGeom prst="rect">
                <a:avLst/>
              </a:prstGeom>
              <a:blipFill>
                <a:blip r:embed="rId8"/>
                <a:stretch>
                  <a:fillRect l="-36000" r="-32000" b="-4082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914AA01-2961-F99F-DEE3-BA8CCC0AE8E6}"/>
                  </a:ext>
                </a:extLst>
              </p:cNvPr>
              <p:cNvSpPr txBox="1"/>
              <p:nvPr/>
            </p:nvSpPr>
            <p:spPr>
              <a:xfrm>
                <a:off x="8979411" y="5630232"/>
                <a:ext cx="156773" cy="3000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5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NL" sz="195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914AA01-2961-F99F-DEE3-BA8CCC0AE8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9411" y="5630232"/>
                <a:ext cx="156773" cy="300082"/>
              </a:xfrm>
              <a:prstGeom prst="rect">
                <a:avLst/>
              </a:prstGeom>
              <a:blipFill>
                <a:blip r:embed="rId9"/>
                <a:stretch>
                  <a:fillRect l="-34615" r="-26923" b="-4082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3005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D2C16-F477-2393-03BB-FF95A853F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7C86FA1F-AA9F-831B-E291-1A634C20B4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24702" y="1834942"/>
            <a:ext cx="3246754" cy="3810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FE225B-66FE-B520-7686-CE7C65A7A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Extremum seeking control</a:t>
            </a:r>
            <a:endParaRPr lang="en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CC6B57-80EC-6558-DA47-EE866FDA8A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617464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Peturb the fuel ratio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Power output will also be perturbed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are anti-phase, there is a negative local gradient.</a:t>
                </a:r>
                <a:endParaRPr lang="en-N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CC6B57-80EC-6558-DA47-EE866FDA8A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617464" cy="4351338"/>
              </a:xfrm>
              <a:blipFill>
                <a:blip r:embed="rId3"/>
                <a:stretch>
                  <a:fillRect l="-1954" t="-280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678E74-73BB-2083-18E9-EE44EBBCE266}"/>
                  </a:ext>
                </a:extLst>
              </p:cNvPr>
              <p:cNvSpPr txBox="1"/>
              <p:nvPr/>
            </p:nvSpPr>
            <p:spPr>
              <a:xfrm>
                <a:off x="8145432" y="2377787"/>
                <a:ext cx="212879" cy="3000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5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NL" sz="195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678E74-73BB-2083-18E9-EE44EBBCE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5432" y="2377787"/>
                <a:ext cx="212879" cy="300082"/>
              </a:xfrm>
              <a:prstGeom prst="rect">
                <a:avLst/>
              </a:prstGeom>
              <a:blipFill>
                <a:blip r:embed="rId4"/>
                <a:stretch>
                  <a:fillRect l="-28571" r="-25714" b="-8163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40FABF-5DB3-9EDA-49FE-ABA9DC62C7B9}"/>
                  </a:ext>
                </a:extLst>
              </p:cNvPr>
              <p:cNvSpPr txBox="1"/>
              <p:nvPr/>
            </p:nvSpPr>
            <p:spPr>
              <a:xfrm>
                <a:off x="9980265" y="4851792"/>
                <a:ext cx="212879" cy="3000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5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NL" sz="195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40FABF-5DB3-9EDA-49FE-ABA9DC62C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0265" y="4851792"/>
                <a:ext cx="212879" cy="300082"/>
              </a:xfrm>
              <a:prstGeom prst="rect">
                <a:avLst/>
              </a:prstGeom>
              <a:blipFill>
                <a:blip r:embed="rId5"/>
                <a:stretch>
                  <a:fillRect l="-28571" r="-25714" b="-6122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532D695-2727-2E8C-3800-3F5BD6082079}"/>
                  </a:ext>
                </a:extLst>
              </p:cNvPr>
              <p:cNvSpPr txBox="1"/>
              <p:nvPr/>
            </p:nvSpPr>
            <p:spPr>
              <a:xfrm>
                <a:off x="9961362" y="4208289"/>
                <a:ext cx="175433" cy="3000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5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NL" sz="195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532D695-2727-2E8C-3800-3F5BD6082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1362" y="4208289"/>
                <a:ext cx="175433" cy="300082"/>
              </a:xfrm>
              <a:prstGeom prst="rect">
                <a:avLst/>
              </a:prstGeom>
              <a:blipFill>
                <a:blip r:embed="rId6"/>
                <a:stretch>
                  <a:fillRect l="-20690" r="-2069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B9EBB95-12D6-8422-B97A-5ED0F1D7AC02}"/>
                  </a:ext>
                </a:extLst>
              </p:cNvPr>
              <p:cNvSpPr txBox="1"/>
              <p:nvPr/>
            </p:nvSpPr>
            <p:spPr>
              <a:xfrm>
                <a:off x="8145432" y="4851792"/>
                <a:ext cx="175433" cy="3000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5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NL" sz="195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B9EBB95-12D6-8422-B97A-5ED0F1D7A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5432" y="4851792"/>
                <a:ext cx="175433" cy="300082"/>
              </a:xfrm>
              <a:prstGeom prst="rect">
                <a:avLst/>
              </a:prstGeom>
              <a:blipFill>
                <a:blip r:embed="rId7"/>
                <a:stretch>
                  <a:fillRect l="-20690" r="-2069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EE286C3-D699-913C-3E65-9E328BABEE0B}"/>
                  </a:ext>
                </a:extLst>
              </p:cNvPr>
              <p:cNvSpPr txBox="1"/>
              <p:nvPr/>
            </p:nvSpPr>
            <p:spPr>
              <a:xfrm>
                <a:off x="10934198" y="5630232"/>
                <a:ext cx="156773" cy="3000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5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NL" sz="195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EE286C3-D699-913C-3E65-9E328BABEE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4198" y="5630232"/>
                <a:ext cx="156773" cy="300082"/>
              </a:xfrm>
              <a:prstGeom prst="rect">
                <a:avLst/>
              </a:prstGeom>
              <a:blipFill>
                <a:blip r:embed="rId8"/>
                <a:stretch>
                  <a:fillRect l="-36000" r="-32000" b="-4082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332C489-5A43-DF46-AB1A-DABAA7180F5A}"/>
                  </a:ext>
                </a:extLst>
              </p:cNvPr>
              <p:cNvSpPr txBox="1"/>
              <p:nvPr/>
            </p:nvSpPr>
            <p:spPr>
              <a:xfrm>
                <a:off x="8979411" y="5630232"/>
                <a:ext cx="156773" cy="3000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5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NL" sz="195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332C489-5A43-DF46-AB1A-DABAA7180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9411" y="5630232"/>
                <a:ext cx="156773" cy="300082"/>
              </a:xfrm>
              <a:prstGeom prst="rect">
                <a:avLst/>
              </a:prstGeom>
              <a:blipFill>
                <a:blip r:embed="rId9"/>
                <a:stretch>
                  <a:fillRect l="-34615" r="-26923" b="-4082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7338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85068-B5C2-B63B-032B-50967F623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1454F-A760-18FA-CE65-E55FF7C38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Extremum seeking control</a:t>
            </a:r>
            <a:endParaRPr lang="en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2A4537-1518-6BE3-C9FB-EFA4018FB7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6286169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Peturb the fuel ratio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Power output will also be perturbed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Slowly update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en-US" dirty="0"/>
                  <a:t> with derivative information and we will reach the optimum.</a:t>
                </a:r>
                <a:endParaRPr lang="en-N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2A4537-1518-6BE3-C9FB-EFA4018FB7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6286169" cy="4351338"/>
              </a:xfrm>
              <a:blipFill>
                <a:blip r:embed="rId2"/>
                <a:stretch>
                  <a:fillRect l="-1647" t="-2801" r="-2229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DAE379C-D739-5ECA-AC13-34B8910D6F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25702" y="1825625"/>
            <a:ext cx="3246754" cy="381971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53F64F1-8BA3-E7EC-97CD-737692BE85DA}"/>
                  </a:ext>
                </a:extLst>
              </p:cNvPr>
              <p:cNvSpPr txBox="1"/>
              <p:nvPr/>
            </p:nvSpPr>
            <p:spPr>
              <a:xfrm>
                <a:off x="8145432" y="2377787"/>
                <a:ext cx="212879" cy="3000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5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NL" sz="195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53F64F1-8BA3-E7EC-97CD-737692BE8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5432" y="2377787"/>
                <a:ext cx="212879" cy="300082"/>
              </a:xfrm>
              <a:prstGeom prst="rect">
                <a:avLst/>
              </a:prstGeom>
              <a:blipFill>
                <a:blip r:embed="rId4"/>
                <a:stretch>
                  <a:fillRect l="-28571" r="-25714" b="-8163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E25B678-18EA-E6F8-CC45-B83B4A18B68A}"/>
                  </a:ext>
                </a:extLst>
              </p:cNvPr>
              <p:cNvSpPr txBox="1"/>
              <p:nvPr/>
            </p:nvSpPr>
            <p:spPr>
              <a:xfrm>
                <a:off x="9980265" y="4851792"/>
                <a:ext cx="212879" cy="3000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5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NL" sz="195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E25B678-18EA-E6F8-CC45-B83B4A18B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0265" y="4851792"/>
                <a:ext cx="212879" cy="300082"/>
              </a:xfrm>
              <a:prstGeom prst="rect">
                <a:avLst/>
              </a:prstGeom>
              <a:blipFill>
                <a:blip r:embed="rId5"/>
                <a:stretch>
                  <a:fillRect l="-28571" r="-25714" b="-6122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A27C65B-9836-6121-51B1-C060EC37578D}"/>
                  </a:ext>
                </a:extLst>
              </p:cNvPr>
              <p:cNvSpPr txBox="1"/>
              <p:nvPr/>
            </p:nvSpPr>
            <p:spPr>
              <a:xfrm>
                <a:off x="9961362" y="4208289"/>
                <a:ext cx="175433" cy="3000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5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NL" sz="195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A27C65B-9836-6121-51B1-C060EC375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1362" y="4208289"/>
                <a:ext cx="175433" cy="300082"/>
              </a:xfrm>
              <a:prstGeom prst="rect">
                <a:avLst/>
              </a:prstGeom>
              <a:blipFill>
                <a:blip r:embed="rId6"/>
                <a:stretch>
                  <a:fillRect l="-20690" r="-2069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3D49A48-083E-A89D-C745-2642C0E67D9C}"/>
                  </a:ext>
                </a:extLst>
              </p:cNvPr>
              <p:cNvSpPr txBox="1"/>
              <p:nvPr/>
            </p:nvSpPr>
            <p:spPr>
              <a:xfrm>
                <a:off x="8145432" y="4851792"/>
                <a:ext cx="175433" cy="3000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5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NL" sz="195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3D49A48-083E-A89D-C745-2642C0E67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5432" y="4851792"/>
                <a:ext cx="175433" cy="300082"/>
              </a:xfrm>
              <a:prstGeom prst="rect">
                <a:avLst/>
              </a:prstGeom>
              <a:blipFill>
                <a:blip r:embed="rId7"/>
                <a:stretch>
                  <a:fillRect l="-20690" r="-2069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D7020BA-911F-FBBF-A7AB-0EAC8B2A40CF}"/>
                  </a:ext>
                </a:extLst>
              </p:cNvPr>
              <p:cNvSpPr txBox="1"/>
              <p:nvPr/>
            </p:nvSpPr>
            <p:spPr>
              <a:xfrm>
                <a:off x="10934198" y="5630232"/>
                <a:ext cx="156773" cy="3000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5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NL" sz="195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D7020BA-911F-FBBF-A7AB-0EAC8B2A4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4198" y="5630232"/>
                <a:ext cx="156773" cy="300082"/>
              </a:xfrm>
              <a:prstGeom prst="rect">
                <a:avLst/>
              </a:prstGeom>
              <a:blipFill>
                <a:blip r:embed="rId8"/>
                <a:stretch>
                  <a:fillRect l="-36000" r="-32000" b="-4082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C959C0C-5146-8809-21EB-D992260DA43E}"/>
                  </a:ext>
                </a:extLst>
              </p:cNvPr>
              <p:cNvSpPr txBox="1"/>
              <p:nvPr/>
            </p:nvSpPr>
            <p:spPr>
              <a:xfrm>
                <a:off x="8979411" y="5630232"/>
                <a:ext cx="156773" cy="3000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5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NL" sz="195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C959C0C-5146-8809-21EB-D992260DA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9411" y="5630232"/>
                <a:ext cx="156773" cy="300082"/>
              </a:xfrm>
              <a:prstGeom prst="rect">
                <a:avLst/>
              </a:prstGeom>
              <a:blipFill>
                <a:blip r:embed="rId9"/>
                <a:stretch>
                  <a:fillRect l="-34615" r="-26923" b="-4082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5308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2C898-26C8-CF71-1489-BBD0F5B00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21703-CA08-8355-F5F7-AAB7D7A6C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Extremum seeking control</a:t>
            </a:r>
            <a:endParaRPr lang="en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24AC506C-EE08-6C42-8705-93316A491E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292868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This is what extremum seeking control looks like:</a:t>
                </a:r>
              </a:p>
              <a:p>
                <a:r>
                  <a:rPr lang="en-US" dirty="0"/>
                  <a:t>We have an estimate of the ideal fueling ratio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endParaRPr lang="en-US" dirty="0"/>
              </a:p>
              <a:p>
                <a:r>
                  <a:rPr lang="en-US" dirty="0"/>
                  <a:t>We perturb the fueling ratio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around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 plasma reacts to the perturbations in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and thus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 will also be perturbed (we don’t measure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 directly, but we measure a physical quantity proportional to it).</a:t>
                </a:r>
              </a:p>
              <a:p>
                <a:pPr marL="0" indent="0">
                  <a:buNone/>
                </a:pPr>
                <a:endParaRPr lang="en-NL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24AC506C-EE08-6C42-8705-93316A491E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2928684"/>
              </a:xfrm>
              <a:blipFill>
                <a:blip r:embed="rId2"/>
                <a:stretch>
                  <a:fillRect l="-1217" t="-3534" b="-624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FEA974AB-FA7F-087D-CBFD-3A2AFA81EC73}"/>
              </a:ext>
            </a:extLst>
          </p:cNvPr>
          <p:cNvGrpSpPr/>
          <p:nvPr/>
        </p:nvGrpSpPr>
        <p:grpSpPr>
          <a:xfrm>
            <a:off x="2048013" y="4926726"/>
            <a:ext cx="8095974" cy="1566149"/>
            <a:chOff x="1207526" y="4885080"/>
            <a:chExt cx="8095974" cy="156614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4B4A0C7-EE93-ABFB-3B4E-1D06F202B6FD}"/>
                    </a:ext>
                  </a:extLst>
                </p:cNvPr>
                <p:cNvSpPr txBox="1"/>
                <p:nvPr/>
              </p:nvSpPr>
              <p:spPr>
                <a:xfrm>
                  <a:off x="4652256" y="4915633"/>
                  <a:ext cx="804836" cy="30008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GB" sz="195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a:rPr lang="en-GB" sz="195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GB" sz="195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95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GB" sz="195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oMath>
                    </m:oMathPara>
                  </a14:m>
                  <a:endParaRPr lang="en-NL" sz="1950" dirty="0"/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4B4A0C7-EE93-ABFB-3B4E-1D06F202B6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2256" y="4915633"/>
                  <a:ext cx="804836" cy="300082"/>
                </a:xfrm>
                <a:prstGeom prst="rect">
                  <a:avLst/>
                </a:prstGeom>
                <a:blipFill>
                  <a:blip r:embed="rId3"/>
                  <a:stretch>
                    <a:fillRect l="-3788" r="-1515" b="-14286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7EC7998-985D-5D6E-62E8-7E1BE79C1A59}"/>
                </a:ext>
              </a:extLst>
            </p:cNvPr>
            <p:cNvCxnSpPr>
              <a:cxnSpLocks/>
              <a:stCxn id="12" idx="6"/>
            </p:cNvCxnSpPr>
            <p:nvPr/>
          </p:nvCxnSpPr>
          <p:spPr>
            <a:xfrm>
              <a:off x="2923728" y="5246268"/>
              <a:ext cx="5489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F43669B-506F-3EA5-C121-32B93D4CCF68}"/>
                </a:ext>
              </a:extLst>
            </p:cNvPr>
            <p:cNvSpPr/>
            <p:nvPr/>
          </p:nvSpPr>
          <p:spPr>
            <a:xfrm>
              <a:off x="2815728" y="5192268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B83DEA23-615C-27B9-31E5-4B24ACC49037}"/>
                    </a:ext>
                  </a:extLst>
                </p:cNvPr>
                <p:cNvSpPr txBox="1"/>
                <p:nvPr/>
              </p:nvSpPr>
              <p:spPr>
                <a:xfrm>
                  <a:off x="3094832" y="4915633"/>
                  <a:ext cx="175433" cy="30008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95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NL" sz="1950" dirty="0"/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B83DEA23-615C-27B9-31E5-4B24ACC490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4832" y="4915633"/>
                  <a:ext cx="175433" cy="300082"/>
                </a:xfrm>
                <a:prstGeom prst="rect">
                  <a:avLst/>
                </a:prstGeom>
                <a:blipFill>
                  <a:blip r:embed="rId4"/>
                  <a:stretch>
                    <a:fillRect l="-25000" r="-21429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A944AAD-FEF9-1770-D976-BCB3975B691F}"/>
                    </a:ext>
                  </a:extLst>
                </p:cNvPr>
                <p:cNvSpPr txBox="1"/>
                <p:nvPr/>
              </p:nvSpPr>
              <p:spPr>
                <a:xfrm>
                  <a:off x="1207526" y="5049951"/>
                  <a:ext cx="1054135" cy="30008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95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func>
                          <m:funcPr>
                            <m:ctrlP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95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oMath>
                    </m:oMathPara>
                  </a14:m>
                  <a:endParaRPr lang="en-NL" sz="1950" dirty="0"/>
                </a:p>
              </p:txBody>
            </p:sp>
          </mc:Choice>
          <mc:Fallback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A944AAD-FEF9-1770-D976-BCB3975B69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7526" y="5049951"/>
                  <a:ext cx="1054135" cy="300082"/>
                </a:xfrm>
                <a:prstGeom prst="rect">
                  <a:avLst/>
                </a:prstGeom>
                <a:blipFill>
                  <a:blip r:embed="rId5"/>
                  <a:stretch>
                    <a:fillRect l="-3468" t="-2041" r="-8092" b="-36735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1921755-94CF-A6BC-8A8E-CF5AC93F037F}"/>
                </a:ext>
              </a:extLst>
            </p:cNvPr>
            <p:cNvCxnSpPr>
              <a:cxnSpLocks/>
              <a:endCxn id="12" idx="4"/>
            </p:cNvCxnSpPr>
            <p:nvPr/>
          </p:nvCxnSpPr>
          <p:spPr>
            <a:xfrm flipV="1">
              <a:off x="2869728" y="5300268"/>
              <a:ext cx="0" cy="78679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579033A9-28E3-18FA-4349-A751C0F7FB1B}"/>
                    </a:ext>
                  </a:extLst>
                </p:cNvPr>
                <p:cNvSpPr txBox="1"/>
                <p:nvPr/>
              </p:nvSpPr>
              <p:spPr>
                <a:xfrm>
                  <a:off x="2586644" y="5539849"/>
                  <a:ext cx="175433" cy="30008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oMath>
                    </m:oMathPara>
                  </a14:m>
                  <a:endParaRPr lang="en-NL" sz="1950" dirty="0"/>
                </a:p>
              </p:txBody>
            </p:sp>
          </mc:Choice>
          <mc:Fallback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579033A9-28E3-18FA-4349-A751C0F7FB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6644" y="5539849"/>
                  <a:ext cx="175433" cy="300082"/>
                </a:xfrm>
                <a:prstGeom prst="rect">
                  <a:avLst/>
                </a:prstGeom>
                <a:blipFill>
                  <a:blip r:embed="rId6"/>
                  <a:stretch>
                    <a:fillRect l="-20690" t="-16327" r="-127586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Rectangle: Rounded Corners 19">
                  <a:extLst>
                    <a:ext uri="{FF2B5EF4-FFF2-40B4-BE49-F238E27FC236}">
                      <a16:creationId xmlns:a16="http://schemas.microsoft.com/office/drawing/2014/main" id="{141C34CF-1F17-01E7-5FD0-E2FF7244D8CF}"/>
                    </a:ext>
                  </a:extLst>
                </p:cNvPr>
                <p:cNvSpPr/>
                <p:nvPr/>
              </p:nvSpPr>
              <p:spPr>
                <a:xfrm>
                  <a:off x="3472659" y="5725874"/>
                  <a:ext cx="1069848" cy="722376"/>
                </a:xfrm>
                <a:prstGeom prst="roundRect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95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9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9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NL" sz="195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0" name="Rectangle: Rounded Corners 19">
                  <a:extLst>
                    <a:ext uri="{FF2B5EF4-FFF2-40B4-BE49-F238E27FC236}">
                      <a16:creationId xmlns:a16="http://schemas.microsoft.com/office/drawing/2014/main" id="{141C34CF-1F17-01E7-5FD0-E2FF7244D8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2659" y="5725874"/>
                  <a:ext cx="1069848" cy="722376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6808F16-49E9-E258-D24E-8801A3E36762}"/>
                </a:ext>
              </a:extLst>
            </p:cNvPr>
            <p:cNvCxnSpPr>
              <a:cxnSpLocks/>
              <a:stCxn id="23" idx="1"/>
              <a:endCxn id="20" idx="3"/>
            </p:cNvCxnSpPr>
            <p:nvPr/>
          </p:nvCxnSpPr>
          <p:spPr>
            <a:xfrm flipH="1" flipV="1">
              <a:off x="4542507" y="6087062"/>
              <a:ext cx="1389685" cy="29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BB8F89E-DD6F-9889-EC6F-D0BF0D7AC8C4}"/>
                </a:ext>
              </a:extLst>
            </p:cNvPr>
            <p:cNvCxnSpPr>
              <a:cxnSpLocks/>
              <a:endCxn id="20" idx="1"/>
            </p:cNvCxnSpPr>
            <p:nvPr/>
          </p:nvCxnSpPr>
          <p:spPr>
            <a:xfrm>
              <a:off x="2869728" y="6087062"/>
              <a:ext cx="602931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Rectangle: Rounded Corners 22">
                  <a:extLst>
                    <a:ext uri="{FF2B5EF4-FFF2-40B4-BE49-F238E27FC236}">
                      <a16:creationId xmlns:a16="http://schemas.microsoft.com/office/drawing/2014/main" id="{A2AAC55A-5FA1-BAB8-9E9D-09862F569422}"/>
                    </a:ext>
                  </a:extLst>
                </p:cNvPr>
                <p:cNvSpPr/>
                <p:nvPr/>
              </p:nvSpPr>
              <p:spPr>
                <a:xfrm>
                  <a:off x="5932192" y="5728853"/>
                  <a:ext cx="1069848" cy="722376"/>
                </a:xfrm>
                <a:prstGeom prst="roundRect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9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9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9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19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9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9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9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9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19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NL" sz="195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3" name="Rectangle: Rounded Corners 22">
                  <a:extLst>
                    <a:ext uri="{FF2B5EF4-FFF2-40B4-BE49-F238E27FC236}">
                      <a16:creationId xmlns:a16="http://schemas.microsoft.com/office/drawing/2014/main" id="{A2AAC55A-5FA1-BAB8-9E9D-09862F56942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2192" y="5728853"/>
                  <a:ext cx="1069848" cy="722376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FB0FB45-A611-D48B-3524-0874FB28DF04}"/>
                </a:ext>
              </a:extLst>
            </p:cNvPr>
            <p:cNvCxnSpPr>
              <a:cxnSpLocks/>
              <a:stCxn id="28" idx="1"/>
            </p:cNvCxnSpPr>
            <p:nvPr/>
          </p:nvCxnSpPr>
          <p:spPr>
            <a:xfrm flipH="1" flipV="1">
              <a:off x="3756899" y="5242716"/>
              <a:ext cx="2175293" cy="6531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18325831-8D74-3061-1138-397B6F995663}"/>
                </a:ext>
              </a:extLst>
            </p:cNvPr>
            <p:cNvCxnSpPr>
              <a:cxnSpLocks/>
              <a:stCxn id="29" idx="2"/>
              <a:endCxn id="23" idx="3"/>
            </p:cNvCxnSpPr>
            <p:nvPr/>
          </p:nvCxnSpPr>
          <p:spPr>
            <a:xfrm flipH="1">
              <a:off x="7002039" y="6090041"/>
              <a:ext cx="5508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6EFD372-92B1-D37D-319F-411022C70443}"/>
                </a:ext>
              </a:extLst>
            </p:cNvPr>
            <p:cNvCxnSpPr>
              <a:cxnSpLocks/>
              <a:stCxn id="29" idx="0"/>
            </p:cNvCxnSpPr>
            <p:nvPr/>
          </p:nvCxnSpPr>
          <p:spPr>
            <a:xfrm flipH="1" flipV="1">
              <a:off x="7598702" y="5249247"/>
              <a:ext cx="1" cy="786794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C2EAE1F-A6E6-A8D0-D80B-9AB3ADE55650}"/>
                </a:ext>
              </a:extLst>
            </p:cNvPr>
            <p:cNvCxnSpPr>
              <a:cxnSpLocks/>
              <a:endCxn id="12" idx="2"/>
            </p:cNvCxnSpPr>
            <p:nvPr/>
          </p:nvCxnSpPr>
          <p:spPr>
            <a:xfrm>
              <a:off x="2266797" y="5246268"/>
              <a:ext cx="5489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Rectangle: Rounded Corners 27">
                  <a:extLst>
                    <a:ext uri="{FF2B5EF4-FFF2-40B4-BE49-F238E27FC236}">
                      <a16:creationId xmlns:a16="http://schemas.microsoft.com/office/drawing/2014/main" id="{1B3C1BFB-F387-5B4A-A2BE-7A26926D259C}"/>
                    </a:ext>
                  </a:extLst>
                </p:cNvPr>
                <p:cNvSpPr/>
                <p:nvPr/>
              </p:nvSpPr>
              <p:spPr>
                <a:xfrm>
                  <a:off x="5932192" y="4888059"/>
                  <a:ext cx="1069848" cy="722376"/>
                </a:xfrm>
                <a:prstGeom prst="roundRect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9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9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>
                              <a:rPr lang="en-US" sz="19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9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9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9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19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NL" sz="195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8" name="Rectangle: Rounded Corners 27">
                  <a:extLst>
                    <a:ext uri="{FF2B5EF4-FFF2-40B4-BE49-F238E27FC236}">
                      <a16:creationId xmlns:a16="http://schemas.microsoft.com/office/drawing/2014/main" id="{1B3C1BFB-F387-5B4A-A2BE-7A26926D259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2192" y="4888059"/>
                  <a:ext cx="1069848" cy="722376"/>
                </a:xfrm>
                <a:prstGeom prst="round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77B7637-46D7-F460-5CC5-2F33B469C1D0}"/>
                </a:ext>
              </a:extLst>
            </p:cNvPr>
            <p:cNvSpPr/>
            <p:nvPr/>
          </p:nvSpPr>
          <p:spPr>
            <a:xfrm>
              <a:off x="7544703" y="6036041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34B87B68-7E35-802B-B37B-BC61D4BBC73B}"/>
                </a:ext>
              </a:extLst>
            </p:cNvPr>
            <p:cNvCxnSpPr>
              <a:cxnSpLocks/>
              <a:endCxn id="28" idx="3"/>
            </p:cNvCxnSpPr>
            <p:nvPr/>
          </p:nvCxnSpPr>
          <p:spPr>
            <a:xfrm flipH="1">
              <a:off x="7002040" y="5249247"/>
              <a:ext cx="596662" cy="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F517A745-B044-6FB8-366C-C702E376A3F0}"/>
                </a:ext>
              </a:extLst>
            </p:cNvPr>
            <p:cNvCxnSpPr>
              <a:cxnSpLocks/>
              <a:endCxn id="29" idx="6"/>
            </p:cNvCxnSpPr>
            <p:nvPr/>
          </p:nvCxnSpPr>
          <p:spPr>
            <a:xfrm flipH="1">
              <a:off x="7652703" y="6090041"/>
              <a:ext cx="5508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4D020A8C-CBE6-82D9-C9AC-F1230BC3E592}"/>
                    </a:ext>
                  </a:extLst>
                </p:cNvPr>
                <p:cNvSpPr txBox="1"/>
                <p:nvPr/>
              </p:nvSpPr>
              <p:spPr>
                <a:xfrm>
                  <a:off x="8249365" y="5764578"/>
                  <a:ext cx="1054135" cy="5637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func>
                          <m:funcPr>
                            <m:ctrlP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95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oMath>
                    </m:oMathPara>
                  </a14:m>
                  <a:endParaRPr lang="en-NL" sz="1950" dirty="0"/>
                </a:p>
              </p:txBody>
            </p:sp>
          </mc:Choice>
          <mc:Fallback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4D020A8C-CBE6-82D9-C9AC-F1230BC3E5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9365" y="5764578"/>
                  <a:ext cx="1054135" cy="56374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2F49B745-7D45-454D-10D0-F6E810438934}"/>
                </a:ext>
              </a:extLst>
            </p:cNvPr>
            <p:cNvSpPr/>
            <p:nvPr/>
          </p:nvSpPr>
          <p:spPr>
            <a:xfrm>
              <a:off x="3472659" y="4885080"/>
              <a:ext cx="1069848" cy="722376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950" dirty="0">
                  <a:solidFill>
                    <a:schemeClr val="tx1"/>
                  </a:solidFill>
                </a:rPr>
                <a:t>Plasma</a:t>
              </a:r>
              <a:endParaRPr lang="en-NL" sz="195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AD82B55-79DA-00C4-62F0-CD7DA39528CE}"/>
                  </a:ext>
                </a:extLst>
              </p:cNvPr>
              <p:cNvSpPr txBox="1"/>
              <p:nvPr/>
            </p:nvSpPr>
            <p:spPr>
              <a:xfrm>
                <a:off x="5961102" y="5782164"/>
                <a:ext cx="181268" cy="3000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950" b="0" i="1" smtClean="0">
                          <a:latin typeface="Cambria Math" panose="02040503050406030204" pitchFamily="18" charset="0"/>
                        </a:rPr>
                        <m:t>𝜉</m:t>
                      </m:r>
                    </m:oMath>
                  </m:oMathPara>
                </a14:m>
                <a:endParaRPr lang="en-NL" sz="1950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AD82B55-79DA-00C4-62F0-CD7DA3952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1102" y="5782164"/>
                <a:ext cx="181268" cy="300082"/>
              </a:xfrm>
              <a:prstGeom prst="rect">
                <a:avLst/>
              </a:prstGeom>
              <a:blipFill>
                <a:blip r:embed="rId11"/>
                <a:stretch>
                  <a:fillRect l="-53333" t="-2041" r="-43333" b="-34694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7270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FA711-F549-4CCB-7EF9-703E97222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D0307-8B1B-86A4-760C-74E79B1E4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Extremum seeking control</a:t>
            </a:r>
            <a:endParaRPr lang="en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A63E737-0EF7-E145-079B-F26A556EF3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292868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This is what extremum seeking control looks like:</a:t>
                </a:r>
              </a:p>
              <a:p>
                <a:r>
                  <a:rPr lang="en-GB" dirty="0"/>
                  <a:t>We feed the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 through a </a:t>
                </a:r>
                <a:r>
                  <a:rPr lang="en-US" dirty="0" err="1"/>
                  <a:t>highpass</a:t>
                </a:r>
                <a:r>
                  <a:rPr lang="en-US" dirty="0"/>
                  <a:t> filter with cutoff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r>
                  <a:rPr lang="en-GB" dirty="0"/>
                  <a:t>We demodulate the signal by multiplying with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GB" dirty="0"/>
                  <a:t>We feed the demodulated signal through a lowpass filter.</a:t>
                </a:r>
                <a:endParaRPr lang="en-NL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A63E737-0EF7-E145-079B-F26A556EF3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2928684"/>
              </a:xfrm>
              <a:blipFill>
                <a:blip r:embed="rId2"/>
                <a:stretch>
                  <a:fillRect l="-1217" t="-3534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9123047E-10E8-9764-47D4-7B703683709E}"/>
              </a:ext>
            </a:extLst>
          </p:cNvPr>
          <p:cNvGrpSpPr/>
          <p:nvPr/>
        </p:nvGrpSpPr>
        <p:grpSpPr>
          <a:xfrm>
            <a:off x="2048013" y="4926726"/>
            <a:ext cx="8095974" cy="1566149"/>
            <a:chOff x="1207526" y="4885080"/>
            <a:chExt cx="8095974" cy="156614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9335AEE-DD92-1EDE-E2B4-9BCCC45D4907}"/>
                    </a:ext>
                  </a:extLst>
                </p:cNvPr>
                <p:cNvSpPr txBox="1"/>
                <p:nvPr/>
              </p:nvSpPr>
              <p:spPr>
                <a:xfrm>
                  <a:off x="4652256" y="4915633"/>
                  <a:ext cx="804836" cy="30008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GB" sz="195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a:rPr lang="en-GB" sz="195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GB" sz="195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95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GB" sz="195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oMath>
                    </m:oMathPara>
                  </a14:m>
                  <a:endParaRPr lang="en-NL" sz="1950" dirty="0"/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9335AEE-DD92-1EDE-E2B4-9BCCC45D49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2256" y="4915633"/>
                  <a:ext cx="804836" cy="300082"/>
                </a:xfrm>
                <a:prstGeom prst="rect">
                  <a:avLst/>
                </a:prstGeom>
                <a:blipFill>
                  <a:blip r:embed="rId3"/>
                  <a:stretch>
                    <a:fillRect l="-3788" r="-1515" b="-14286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FFE9339-DD8D-0CAC-83CD-631734A523AA}"/>
                </a:ext>
              </a:extLst>
            </p:cNvPr>
            <p:cNvCxnSpPr>
              <a:cxnSpLocks/>
              <a:stCxn id="12" idx="6"/>
            </p:cNvCxnSpPr>
            <p:nvPr/>
          </p:nvCxnSpPr>
          <p:spPr>
            <a:xfrm>
              <a:off x="2923728" y="5246268"/>
              <a:ext cx="5489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AEC4989-4C31-C32F-9320-232F7D4C833D}"/>
                </a:ext>
              </a:extLst>
            </p:cNvPr>
            <p:cNvSpPr/>
            <p:nvPr/>
          </p:nvSpPr>
          <p:spPr>
            <a:xfrm>
              <a:off x="2815728" y="5192268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+</a:t>
              </a:r>
              <a:endParaRPr lang="en-NL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184EF17-0F09-DCA8-9555-A5EF02A90B43}"/>
                    </a:ext>
                  </a:extLst>
                </p:cNvPr>
                <p:cNvSpPr txBox="1"/>
                <p:nvPr/>
              </p:nvSpPr>
              <p:spPr>
                <a:xfrm>
                  <a:off x="3094832" y="4915633"/>
                  <a:ext cx="175433" cy="30008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95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NL" sz="1950" dirty="0"/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184EF17-0F09-DCA8-9555-A5EF02A90B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4832" y="4915633"/>
                  <a:ext cx="175433" cy="300082"/>
                </a:xfrm>
                <a:prstGeom prst="rect">
                  <a:avLst/>
                </a:prstGeom>
                <a:blipFill>
                  <a:blip r:embed="rId4"/>
                  <a:stretch>
                    <a:fillRect l="-25000" r="-21429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DEBD1F4-E40F-169F-0266-5924AE7B1A6F}"/>
                    </a:ext>
                  </a:extLst>
                </p:cNvPr>
                <p:cNvSpPr txBox="1"/>
                <p:nvPr/>
              </p:nvSpPr>
              <p:spPr>
                <a:xfrm>
                  <a:off x="1207526" y="5049951"/>
                  <a:ext cx="1054135" cy="30008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95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func>
                          <m:funcPr>
                            <m:ctrlP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95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oMath>
                    </m:oMathPara>
                  </a14:m>
                  <a:endParaRPr lang="en-NL" sz="1950" dirty="0"/>
                </a:p>
              </p:txBody>
            </p:sp>
          </mc:Choice>
          <mc:Fallback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DEBD1F4-E40F-169F-0266-5924AE7B1A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7526" y="5049951"/>
                  <a:ext cx="1054135" cy="300082"/>
                </a:xfrm>
                <a:prstGeom prst="rect">
                  <a:avLst/>
                </a:prstGeom>
                <a:blipFill>
                  <a:blip r:embed="rId5"/>
                  <a:stretch>
                    <a:fillRect l="-3468" t="-2041" r="-8092" b="-36735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47AD602-8C97-CE05-D3EB-B412BC33D591}"/>
                </a:ext>
              </a:extLst>
            </p:cNvPr>
            <p:cNvCxnSpPr>
              <a:cxnSpLocks/>
              <a:endCxn id="12" idx="4"/>
            </p:cNvCxnSpPr>
            <p:nvPr/>
          </p:nvCxnSpPr>
          <p:spPr>
            <a:xfrm flipV="1">
              <a:off x="2869728" y="5300268"/>
              <a:ext cx="0" cy="78679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D3FB038-F0C5-0D5E-DB93-3260D252358A}"/>
                    </a:ext>
                  </a:extLst>
                </p:cNvPr>
                <p:cNvSpPr txBox="1"/>
                <p:nvPr/>
              </p:nvSpPr>
              <p:spPr>
                <a:xfrm>
                  <a:off x="2586644" y="5539849"/>
                  <a:ext cx="175433" cy="30008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oMath>
                    </m:oMathPara>
                  </a14:m>
                  <a:endParaRPr lang="en-NL" sz="1950" dirty="0"/>
                </a:p>
              </p:txBody>
            </p:sp>
          </mc:Choice>
          <mc:Fallback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D3FB038-F0C5-0D5E-DB93-3260D25235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6644" y="5539849"/>
                  <a:ext cx="175433" cy="300082"/>
                </a:xfrm>
                <a:prstGeom prst="rect">
                  <a:avLst/>
                </a:prstGeom>
                <a:blipFill>
                  <a:blip r:embed="rId6"/>
                  <a:stretch>
                    <a:fillRect l="-20690" t="-16327" r="-127586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Rectangle: Rounded Corners 19">
                  <a:extLst>
                    <a:ext uri="{FF2B5EF4-FFF2-40B4-BE49-F238E27FC236}">
                      <a16:creationId xmlns:a16="http://schemas.microsoft.com/office/drawing/2014/main" id="{3CB589FF-25A9-1A0E-A932-29E697E86A5C}"/>
                    </a:ext>
                  </a:extLst>
                </p:cNvPr>
                <p:cNvSpPr/>
                <p:nvPr/>
              </p:nvSpPr>
              <p:spPr>
                <a:xfrm>
                  <a:off x="3472659" y="5725874"/>
                  <a:ext cx="1069848" cy="722376"/>
                </a:xfrm>
                <a:prstGeom prst="roundRect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95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9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9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NL" sz="195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0" name="Rectangle: Rounded Corners 19">
                  <a:extLst>
                    <a:ext uri="{FF2B5EF4-FFF2-40B4-BE49-F238E27FC236}">
                      <a16:creationId xmlns:a16="http://schemas.microsoft.com/office/drawing/2014/main" id="{3CB589FF-25A9-1A0E-A932-29E697E86A5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2659" y="5725874"/>
                  <a:ext cx="1069848" cy="722376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B94C77B-7060-5CE1-0D9F-83B7C78EFD00}"/>
                </a:ext>
              </a:extLst>
            </p:cNvPr>
            <p:cNvCxnSpPr>
              <a:cxnSpLocks/>
              <a:stCxn id="23" idx="1"/>
              <a:endCxn id="20" idx="3"/>
            </p:cNvCxnSpPr>
            <p:nvPr/>
          </p:nvCxnSpPr>
          <p:spPr>
            <a:xfrm flipH="1" flipV="1">
              <a:off x="4542507" y="6087062"/>
              <a:ext cx="1389685" cy="29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10AF56F-C523-4839-6377-ED1301B686EB}"/>
                </a:ext>
              </a:extLst>
            </p:cNvPr>
            <p:cNvCxnSpPr>
              <a:cxnSpLocks/>
              <a:endCxn id="20" idx="1"/>
            </p:cNvCxnSpPr>
            <p:nvPr/>
          </p:nvCxnSpPr>
          <p:spPr>
            <a:xfrm>
              <a:off x="2869728" y="6087062"/>
              <a:ext cx="602931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Rectangle: Rounded Corners 22">
                  <a:extLst>
                    <a:ext uri="{FF2B5EF4-FFF2-40B4-BE49-F238E27FC236}">
                      <a16:creationId xmlns:a16="http://schemas.microsoft.com/office/drawing/2014/main" id="{2635832D-DEF4-3C30-B466-7776F09355F8}"/>
                    </a:ext>
                  </a:extLst>
                </p:cNvPr>
                <p:cNvSpPr/>
                <p:nvPr/>
              </p:nvSpPr>
              <p:spPr>
                <a:xfrm>
                  <a:off x="5932192" y="5728853"/>
                  <a:ext cx="1069848" cy="722376"/>
                </a:xfrm>
                <a:prstGeom prst="roundRect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9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9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9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19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9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9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9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9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19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NL" sz="195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3" name="Rectangle: Rounded Corners 22">
                  <a:extLst>
                    <a:ext uri="{FF2B5EF4-FFF2-40B4-BE49-F238E27FC236}">
                      <a16:creationId xmlns:a16="http://schemas.microsoft.com/office/drawing/2014/main" id="{2635832D-DEF4-3C30-B466-7776F09355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2192" y="5728853"/>
                  <a:ext cx="1069848" cy="722376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C512FB1-F9CB-15D8-CB4F-0A872246A9EA}"/>
                </a:ext>
              </a:extLst>
            </p:cNvPr>
            <p:cNvCxnSpPr>
              <a:cxnSpLocks/>
              <a:stCxn id="28" idx="1"/>
            </p:cNvCxnSpPr>
            <p:nvPr/>
          </p:nvCxnSpPr>
          <p:spPr>
            <a:xfrm flipH="1" flipV="1">
              <a:off x="3756899" y="5242716"/>
              <a:ext cx="2175293" cy="6531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B791B3C8-B363-10F3-2B62-3EC20256E5C5}"/>
                </a:ext>
              </a:extLst>
            </p:cNvPr>
            <p:cNvCxnSpPr>
              <a:cxnSpLocks/>
              <a:stCxn id="29" idx="3"/>
              <a:endCxn id="23" idx="3"/>
            </p:cNvCxnSpPr>
            <p:nvPr/>
          </p:nvCxnSpPr>
          <p:spPr>
            <a:xfrm flipH="1" flipV="1">
              <a:off x="7002040" y="6090041"/>
              <a:ext cx="542663" cy="20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2FDFCD8E-69F5-1E60-478D-DB2888629986}"/>
                </a:ext>
              </a:extLst>
            </p:cNvPr>
            <p:cNvCxnSpPr>
              <a:cxnSpLocks/>
              <a:stCxn id="29" idx="1"/>
            </p:cNvCxnSpPr>
            <p:nvPr/>
          </p:nvCxnSpPr>
          <p:spPr>
            <a:xfrm flipV="1">
              <a:off x="7598500" y="5249247"/>
              <a:ext cx="202" cy="786794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46F3E8D9-4B97-5BA9-F221-226C85A64C5D}"/>
                </a:ext>
              </a:extLst>
            </p:cNvPr>
            <p:cNvCxnSpPr>
              <a:cxnSpLocks/>
              <a:endCxn id="12" idx="2"/>
            </p:cNvCxnSpPr>
            <p:nvPr/>
          </p:nvCxnSpPr>
          <p:spPr>
            <a:xfrm>
              <a:off x="2266797" y="5246268"/>
              <a:ext cx="5489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Rectangle: Rounded Corners 27">
                  <a:extLst>
                    <a:ext uri="{FF2B5EF4-FFF2-40B4-BE49-F238E27FC236}">
                      <a16:creationId xmlns:a16="http://schemas.microsoft.com/office/drawing/2014/main" id="{F9E75B40-FB35-31D6-8C20-525028C57819}"/>
                    </a:ext>
                  </a:extLst>
                </p:cNvPr>
                <p:cNvSpPr/>
                <p:nvPr/>
              </p:nvSpPr>
              <p:spPr>
                <a:xfrm>
                  <a:off x="5932192" y="4888059"/>
                  <a:ext cx="1069848" cy="722376"/>
                </a:xfrm>
                <a:prstGeom prst="roundRect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9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9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>
                              <a:rPr lang="en-US" sz="19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9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9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9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19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NL" sz="195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8" name="Rectangle: Rounded Corners 27">
                  <a:extLst>
                    <a:ext uri="{FF2B5EF4-FFF2-40B4-BE49-F238E27FC236}">
                      <a16:creationId xmlns:a16="http://schemas.microsoft.com/office/drawing/2014/main" id="{F9E75B40-FB35-31D6-8C20-525028C5781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2192" y="4888059"/>
                  <a:ext cx="1069848" cy="722376"/>
                </a:xfrm>
                <a:prstGeom prst="round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468876B-4CA5-0FF3-0E83-1C3663D2EE28}"/>
                </a:ext>
              </a:extLst>
            </p:cNvPr>
            <p:cNvSpPr/>
            <p:nvPr/>
          </p:nvSpPr>
          <p:spPr>
            <a:xfrm rot="2687080">
              <a:off x="7544703" y="6036041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+</a:t>
              </a:r>
              <a:endParaRPr lang="en-NL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105B1E2E-05E8-ED70-1A6F-5E5D078B92B0}"/>
                </a:ext>
              </a:extLst>
            </p:cNvPr>
            <p:cNvCxnSpPr>
              <a:cxnSpLocks/>
              <a:endCxn id="28" idx="3"/>
            </p:cNvCxnSpPr>
            <p:nvPr/>
          </p:nvCxnSpPr>
          <p:spPr>
            <a:xfrm flipH="1">
              <a:off x="7002040" y="5249247"/>
              <a:ext cx="596662" cy="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7E350CB3-8CFE-5542-A4AE-75566424FDDE}"/>
                </a:ext>
              </a:extLst>
            </p:cNvPr>
            <p:cNvCxnSpPr>
              <a:cxnSpLocks/>
              <a:endCxn id="29" idx="7"/>
            </p:cNvCxnSpPr>
            <p:nvPr/>
          </p:nvCxnSpPr>
          <p:spPr>
            <a:xfrm flipH="1" flipV="1">
              <a:off x="7652703" y="6089838"/>
              <a:ext cx="550800" cy="20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339ABA25-231B-73EB-6F1E-DC44A7CD1002}"/>
                    </a:ext>
                  </a:extLst>
                </p:cNvPr>
                <p:cNvSpPr txBox="1"/>
                <p:nvPr/>
              </p:nvSpPr>
              <p:spPr>
                <a:xfrm>
                  <a:off x="8249365" y="5764578"/>
                  <a:ext cx="1054135" cy="5637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func>
                          <m:funcPr>
                            <m:ctrlP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95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oMath>
                    </m:oMathPara>
                  </a14:m>
                  <a:endParaRPr lang="en-NL" sz="1950" dirty="0"/>
                </a:p>
              </p:txBody>
            </p:sp>
          </mc:Choice>
          <mc:Fallback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339ABA25-231B-73EB-6F1E-DC44A7CD10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9365" y="5764578"/>
                  <a:ext cx="1054135" cy="56374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DEC5E412-BD8B-CB22-3E1F-B6F56CC98580}"/>
                </a:ext>
              </a:extLst>
            </p:cNvPr>
            <p:cNvSpPr/>
            <p:nvPr/>
          </p:nvSpPr>
          <p:spPr>
            <a:xfrm>
              <a:off x="3472659" y="4885080"/>
              <a:ext cx="1069848" cy="722376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950" dirty="0">
                  <a:solidFill>
                    <a:schemeClr val="tx1"/>
                  </a:solidFill>
                </a:rPr>
                <a:t>Plasma</a:t>
              </a:r>
              <a:endParaRPr lang="en-NL" sz="195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442EE77-7F5D-BACB-24FC-0A082D74C483}"/>
                  </a:ext>
                </a:extLst>
              </p:cNvPr>
              <p:cNvSpPr txBox="1"/>
              <p:nvPr/>
            </p:nvSpPr>
            <p:spPr>
              <a:xfrm>
                <a:off x="5961102" y="5782164"/>
                <a:ext cx="181268" cy="3000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950" b="0" i="1" smtClean="0">
                          <a:latin typeface="Cambria Math" panose="02040503050406030204" pitchFamily="18" charset="0"/>
                        </a:rPr>
                        <m:t>𝜉</m:t>
                      </m:r>
                    </m:oMath>
                  </m:oMathPara>
                </a14:m>
                <a:endParaRPr lang="en-NL" sz="195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442EE77-7F5D-BACB-24FC-0A082D74C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1102" y="5782164"/>
                <a:ext cx="181268" cy="300082"/>
              </a:xfrm>
              <a:prstGeom prst="rect">
                <a:avLst/>
              </a:prstGeom>
              <a:blipFill>
                <a:blip r:embed="rId11"/>
                <a:stretch>
                  <a:fillRect l="-53333" t="-2041" r="-43333" b="-34694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4856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F72FF-F9A4-EAEB-815C-7826C8ACD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D77F5-7C4D-38CE-291E-B6789193A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Extremum seeking control</a:t>
            </a:r>
            <a:endParaRPr lang="en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E75221C-D726-ABC1-8ADD-47F20A8036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292868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This is what extremum seeking control looks like:</a:t>
                </a:r>
              </a:p>
              <a:p>
                <a:r>
                  <a:rPr lang="en-GB" dirty="0"/>
                  <a:t>The signal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𝜉</m:t>
                    </m:r>
                  </m:oMath>
                </a14:m>
                <a:r>
                  <a:rPr lang="en-GB" dirty="0"/>
                  <a:t> is approximately equal to the derivative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𝑑𝑃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𝑑𝑟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Use gradient ascent algorithm (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dirty="0"/>
                  <a:t>) to update our estimate of the ideal </a:t>
                </a:r>
                <a:r>
                  <a:rPr lang="en-GB" dirty="0" err="1"/>
                  <a:t>fueling</a:t>
                </a:r>
                <a:r>
                  <a:rPr lang="en-GB" dirty="0"/>
                  <a:t> ratio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en-GB" dirty="0"/>
                  <a:t>.</a:t>
                </a:r>
                <a:endParaRPr lang="en-NL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E75221C-D726-ABC1-8ADD-47F20A8036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2928684"/>
              </a:xfrm>
              <a:blipFill>
                <a:blip r:embed="rId2"/>
                <a:stretch>
                  <a:fillRect l="-1217" t="-3534" r="-58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027EB2ED-6C7A-3A32-AB89-BFD904E8D842}"/>
              </a:ext>
            </a:extLst>
          </p:cNvPr>
          <p:cNvGrpSpPr/>
          <p:nvPr/>
        </p:nvGrpSpPr>
        <p:grpSpPr>
          <a:xfrm>
            <a:off x="2048013" y="4926726"/>
            <a:ext cx="8095974" cy="1566149"/>
            <a:chOff x="1207526" y="4885080"/>
            <a:chExt cx="8095974" cy="156614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751948A-C307-A9E8-045A-BFF89BD32976}"/>
                    </a:ext>
                  </a:extLst>
                </p:cNvPr>
                <p:cNvSpPr txBox="1"/>
                <p:nvPr/>
              </p:nvSpPr>
              <p:spPr>
                <a:xfrm>
                  <a:off x="4652256" y="4915633"/>
                  <a:ext cx="804836" cy="30008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GB" sz="195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a:rPr lang="en-GB" sz="195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GB" sz="195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95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GB" sz="195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oMath>
                    </m:oMathPara>
                  </a14:m>
                  <a:endParaRPr lang="en-NL" sz="1950" dirty="0"/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751948A-C307-A9E8-045A-BFF89BD329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2256" y="4915633"/>
                  <a:ext cx="804836" cy="300082"/>
                </a:xfrm>
                <a:prstGeom prst="rect">
                  <a:avLst/>
                </a:prstGeom>
                <a:blipFill>
                  <a:blip r:embed="rId3"/>
                  <a:stretch>
                    <a:fillRect l="-3788" r="-1515" b="-14286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2DD3C96-195B-05DF-B06C-6A2EB369B275}"/>
                </a:ext>
              </a:extLst>
            </p:cNvPr>
            <p:cNvCxnSpPr>
              <a:cxnSpLocks/>
              <a:stCxn id="12" idx="6"/>
            </p:cNvCxnSpPr>
            <p:nvPr/>
          </p:nvCxnSpPr>
          <p:spPr>
            <a:xfrm>
              <a:off x="2923728" y="5246268"/>
              <a:ext cx="5489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317D668-BCEB-BFCA-CD44-647AF5DF142B}"/>
                </a:ext>
              </a:extLst>
            </p:cNvPr>
            <p:cNvSpPr/>
            <p:nvPr/>
          </p:nvSpPr>
          <p:spPr>
            <a:xfrm>
              <a:off x="2815728" y="5192268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BEA0292-8AB1-F884-5658-6AAB00F0B362}"/>
                    </a:ext>
                  </a:extLst>
                </p:cNvPr>
                <p:cNvSpPr txBox="1"/>
                <p:nvPr/>
              </p:nvSpPr>
              <p:spPr>
                <a:xfrm>
                  <a:off x="3094832" y="4915633"/>
                  <a:ext cx="175433" cy="30008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95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NL" sz="1950" dirty="0"/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BEA0292-8AB1-F884-5658-6AAB00F0B3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4832" y="4915633"/>
                  <a:ext cx="175433" cy="300082"/>
                </a:xfrm>
                <a:prstGeom prst="rect">
                  <a:avLst/>
                </a:prstGeom>
                <a:blipFill>
                  <a:blip r:embed="rId4"/>
                  <a:stretch>
                    <a:fillRect l="-25000" r="-21429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B5C02A1B-9374-229F-ACC2-7212DD71EB51}"/>
                    </a:ext>
                  </a:extLst>
                </p:cNvPr>
                <p:cNvSpPr txBox="1"/>
                <p:nvPr/>
              </p:nvSpPr>
              <p:spPr>
                <a:xfrm>
                  <a:off x="1207526" y="5049951"/>
                  <a:ext cx="1054135" cy="30008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95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func>
                          <m:funcPr>
                            <m:ctrlP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95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oMath>
                    </m:oMathPara>
                  </a14:m>
                  <a:endParaRPr lang="en-NL" sz="1950" dirty="0"/>
                </a:p>
              </p:txBody>
            </p:sp>
          </mc:Choice>
          <mc:Fallback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B5C02A1B-9374-229F-ACC2-7212DD71EB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7526" y="5049951"/>
                  <a:ext cx="1054135" cy="300082"/>
                </a:xfrm>
                <a:prstGeom prst="rect">
                  <a:avLst/>
                </a:prstGeom>
                <a:blipFill>
                  <a:blip r:embed="rId5"/>
                  <a:stretch>
                    <a:fillRect l="-3468" t="-2041" r="-8092" b="-36735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443711E-9104-769B-B672-F63D2A545019}"/>
                </a:ext>
              </a:extLst>
            </p:cNvPr>
            <p:cNvCxnSpPr>
              <a:cxnSpLocks/>
              <a:endCxn id="12" idx="4"/>
            </p:cNvCxnSpPr>
            <p:nvPr/>
          </p:nvCxnSpPr>
          <p:spPr>
            <a:xfrm flipV="1">
              <a:off x="2869728" y="5300268"/>
              <a:ext cx="0" cy="78679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7D94DF8-5C29-AAB8-32A2-79C553046AD9}"/>
                    </a:ext>
                  </a:extLst>
                </p:cNvPr>
                <p:cNvSpPr txBox="1"/>
                <p:nvPr/>
              </p:nvSpPr>
              <p:spPr>
                <a:xfrm>
                  <a:off x="2586644" y="5539849"/>
                  <a:ext cx="175433" cy="30008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oMath>
                    </m:oMathPara>
                  </a14:m>
                  <a:endParaRPr lang="en-NL" sz="1950" dirty="0"/>
                </a:p>
              </p:txBody>
            </p:sp>
          </mc:Choice>
          <mc:Fallback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7D94DF8-5C29-AAB8-32A2-79C553046A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6644" y="5539849"/>
                  <a:ext cx="175433" cy="300082"/>
                </a:xfrm>
                <a:prstGeom prst="rect">
                  <a:avLst/>
                </a:prstGeom>
                <a:blipFill>
                  <a:blip r:embed="rId6"/>
                  <a:stretch>
                    <a:fillRect l="-20690" t="-16327" r="-127586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Rectangle: Rounded Corners 19">
                  <a:extLst>
                    <a:ext uri="{FF2B5EF4-FFF2-40B4-BE49-F238E27FC236}">
                      <a16:creationId xmlns:a16="http://schemas.microsoft.com/office/drawing/2014/main" id="{C3B77576-EAB2-FA29-4F7D-82DC416BDC83}"/>
                    </a:ext>
                  </a:extLst>
                </p:cNvPr>
                <p:cNvSpPr/>
                <p:nvPr/>
              </p:nvSpPr>
              <p:spPr>
                <a:xfrm>
                  <a:off x="3472659" y="5725874"/>
                  <a:ext cx="1069848" cy="722376"/>
                </a:xfrm>
                <a:prstGeom prst="roundRect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95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9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9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NL" sz="195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0" name="Rectangle: Rounded Corners 19">
                  <a:extLst>
                    <a:ext uri="{FF2B5EF4-FFF2-40B4-BE49-F238E27FC236}">
                      <a16:creationId xmlns:a16="http://schemas.microsoft.com/office/drawing/2014/main" id="{C3B77576-EAB2-FA29-4F7D-82DC416BDC8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2659" y="5725874"/>
                  <a:ext cx="1069848" cy="722376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44A0F80-D314-266D-DA3E-71B460F6B105}"/>
                </a:ext>
              </a:extLst>
            </p:cNvPr>
            <p:cNvCxnSpPr>
              <a:cxnSpLocks/>
              <a:stCxn id="23" idx="1"/>
              <a:endCxn id="20" idx="3"/>
            </p:cNvCxnSpPr>
            <p:nvPr/>
          </p:nvCxnSpPr>
          <p:spPr>
            <a:xfrm flipH="1" flipV="1">
              <a:off x="4542507" y="6087062"/>
              <a:ext cx="1389685" cy="29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9CEB1D9-09C7-60FC-8C40-E62F3B55AA7B}"/>
                </a:ext>
              </a:extLst>
            </p:cNvPr>
            <p:cNvCxnSpPr>
              <a:cxnSpLocks/>
              <a:endCxn id="20" idx="1"/>
            </p:cNvCxnSpPr>
            <p:nvPr/>
          </p:nvCxnSpPr>
          <p:spPr>
            <a:xfrm>
              <a:off x="2869728" y="6087062"/>
              <a:ext cx="602931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Rectangle: Rounded Corners 22">
                  <a:extLst>
                    <a:ext uri="{FF2B5EF4-FFF2-40B4-BE49-F238E27FC236}">
                      <a16:creationId xmlns:a16="http://schemas.microsoft.com/office/drawing/2014/main" id="{152766DB-1B59-87BF-79C8-9A0DC9483322}"/>
                    </a:ext>
                  </a:extLst>
                </p:cNvPr>
                <p:cNvSpPr/>
                <p:nvPr/>
              </p:nvSpPr>
              <p:spPr>
                <a:xfrm>
                  <a:off x="5932192" y="5728853"/>
                  <a:ext cx="1069848" cy="722376"/>
                </a:xfrm>
                <a:prstGeom prst="roundRect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9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9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9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19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9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9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9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9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19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NL" sz="195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3" name="Rectangle: Rounded Corners 22">
                  <a:extLst>
                    <a:ext uri="{FF2B5EF4-FFF2-40B4-BE49-F238E27FC236}">
                      <a16:creationId xmlns:a16="http://schemas.microsoft.com/office/drawing/2014/main" id="{152766DB-1B59-87BF-79C8-9A0DC948332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2192" y="5728853"/>
                  <a:ext cx="1069848" cy="722376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E9280AEE-B784-144C-0550-E4B4B9A3B605}"/>
                </a:ext>
              </a:extLst>
            </p:cNvPr>
            <p:cNvCxnSpPr>
              <a:cxnSpLocks/>
              <a:stCxn id="28" idx="1"/>
            </p:cNvCxnSpPr>
            <p:nvPr/>
          </p:nvCxnSpPr>
          <p:spPr>
            <a:xfrm flipH="1" flipV="1">
              <a:off x="3756899" y="5242716"/>
              <a:ext cx="2175293" cy="6531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F09B4EB-E7C2-81E0-72E4-B4800C72BDFC}"/>
                </a:ext>
              </a:extLst>
            </p:cNvPr>
            <p:cNvCxnSpPr>
              <a:cxnSpLocks/>
              <a:stCxn id="29" idx="2"/>
              <a:endCxn id="23" idx="3"/>
            </p:cNvCxnSpPr>
            <p:nvPr/>
          </p:nvCxnSpPr>
          <p:spPr>
            <a:xfrm flipH="1">
              <a:off x="7002039" y="6090041"/>
              <a:ext cx="5508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E103BFEB-C479-6FBB-FEB4-6D056CDCA394}"/>
                </a:ext>
              </a:extLst>
            </p:cNvPr>
            <p:cNvCxnSpPr>
              <a:cxnSpLocks/>
              <a:stCxn id="29" idx="0"/>
            </p:cNvCxnSpPr>
            <p:nvPr/>
          </p:nvCxnSpPr>
          <p:spPr>
            <a:xfrm flipH="1" flipV="1">
              <a:off x="7598702" y="5249247"/>
              <a:ext cx="1" cy="786794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820820C0-324C-31CB-F8D0-08A71A728E2A}"/>
                </a:ext>
              </a:extLst>
            </p:cNvPr>
            <p:cNvCxnSpPr>
              <a:cxnSpLocks/>
              <a:endCxn id="12" idx="2"/>
            </p:cNvCxnSpPr>
            <p:nvPr/>
          </p:nvCxnSpPr>
          <p:spPr>
            <a:xfrm>
              <a:off x="2266797" y="5246268"/>
              <a:ext cx="5489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Rectangle: Rounded Corners 27">
                  <a:extLst>
                    <a:ext uri="{FF2B5EF4-FFF2-40B4-BE49-F238E27FC236}">
                      <a16:creationId xmlns:a16="http://schemas.microsoft.com/office/drawing/2014/main" id="{65B3C60C-4614-5CA7-39D9-51A87A429054}"/>
                    </a:ext>
                  </a:extLst>
                </p:cNvPr>
                <p:cNvSpPr/>
                <p:nvPr/>
              </p:nvSpPr>
              <p:spPr>
                <a:xfrm>
                  <a:off x="5932192" y="4888059"/>
                  <a:ext cx="1069848" cy="722376"/>
                </a:xfrm>
                <a:prstGeom prst="roundRect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9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9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>
                              <a:rPr lang="en-US" sz="19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9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9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9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19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NL" sz="195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8" name="Rectangle: Rounded Corners 27">
                  <a:extLst>
                    <a:ext uri="{FF2B5EF4-FFF2-40B4-BE49-F238E27FC236}">
                      <a16:creationId xmlns:a16="http://schemas.microsoft.com/office/drawing/2014/main" id="{65B3C60C-4614-5CA7-39D9-51A87A4290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2192" y="4888059"/>
                  <a:ext cx="1069848" cy="722376"/>
                </a:xfrm>
                <a:prstGeom prst="round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3957EAF-A201-1346-D1AE-6784F21BC6B1}"/>
                </a:ext>
              </a:extLst>
            </p:cNvPr>
            <p:cNvSpPr/>
            <p:nvPr/>
          </p:nvSpPr>
          <p:spPr>
            <a:xfrm>
              <a:off x="7544703" y="6036041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1B398962-352A-037F-BA53-7ADB6DA16E01}"/>
                </a:ext>
              </a:extLst>
            </p:cNvPr>
            <p:cNvCxnSpPr>
              <a:cxnSpLocks/>
              <a:endCxn id="28" idx="3"/>
            </p:cNvCxnSpPr>
            <p:nvPr/>
          </p:nvCxnSpPr>
          <p:spPr>
            <a:xfrm flipH="1">
              <a:off x="7002040" y="5249247"/>
              <a:ext cx="596662" cy="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E8222DB0-29D3-95A3-BABD-4ADA1DB33867}"/>
                </a:ext>
              </a:extLst>
            </p:cNvPr>
            <p:cNvCxnSpPr>
              <a:cxnSpLocks/>
              <a:endCxn id="29" idx="6"/>
            </p:cNvCxnSpPr>
            <p:nvPr/>
          </p:nvCxnSpPr>
          <p:spPr>
            <a:xfrm flipH="1">
              <a:off x="7652703" y="6090041"/>
              <a:ext cx="5508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9F44656-150F-E71F-69CF-5AF56879BAE9}"/>
                    </a:ext>
                  </a:extLst>
                </p:cNvPr>
                <p:cNvSpPr txBox="1"/>
                <p:nvPr/>
              </p:nvSpPr>
              <p:spPr>
                <a:xfrm>
                  <a:off x="8249365" y="5764578"/>
                  <a:ext cx="1054135" cy="5637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func>
                          <m:funcPr>
                            <m:ctrlP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95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95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oMath>
                    </m:oMathPara>
                  </a14:m>
                  <a:endParaRPr lang="en-NL" sz="1950" dirty="0"/>
                </a:p>
              </p:txBody>
            </p:sp>
          </mc:Choice>
          <mc:Fallback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9F44656-150F-E71F-69CF-5AF56879BA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9365" y="5764578"/>
                  <a:ext cx="1054135" cy="56374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678A775F-6422-E957-8909-589CABD2003C}"/>
                </a:ext>
              </a:extLst>
            </p:cNvPr>
            <p:cNvSpPr/>
            <p:nvPr/>
          </p:nvSpPr>
          <p:spPr>
            <a:xfrm>
              <a:off x="3472659" y="4885080"/>
              <a:ext cx="1069848" cy="722376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950" dirty="0">
                  <a:solidFill>
                    <a:schemeClr val="tx1"/>
                  </a:solidFill>
                </a:rPr>
                <a:t>Plasma</a:t>
              </a:r>
              <a:endParaRPr lang="en-NL" sz="195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4434C3-8BEA-68FC-40BF-5E8FEDC8FFCB}"/>
                  </a:ext>
                </a:extLst>
              </p:cNvPr>
              <p:cNvSpPr txBox="1"/>
              <p:nvPr/>
            </p:nvSpPr>
            <p:spPr>
              <a:xfrm>
                <a:off x="5961102" y="5782164"/>
                <a:ext cx="181268" cy="3000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950" b="0" i="1" smtClean="0">
                          <a:latin typeface="Cambria Math" panose="02040503050406030204" pitchFamily="18" charset="0"/>
                        </a:rPr>
                        <m:t>𝜉</m:t>
                      </m:r>
                    </m:oMath>
                  </m:oMathPara>
                </a14:m>
                <a:endParaRPr lang="en-NL" sz="195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4434C3-8BEA-68FC-40BF-5E8FEDC8F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1102" y="5782164"/>
                <a:ext cx="181268" cy="300082"/>
              </a:xfrm>
              <a:prstGeom prst="rect">
                <a:avLst/>
              </a:prstGeom>
              <a:blipFill>
                <a:blip r:embed="rId11"/>
                <a:stretch>
                  <a:fillRect l="-53333" t="-2041" r="-43333" b="-34694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7595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6FD13-6386-D025-577C-B73347FF9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Simulation</a:t>
            </a:r>
            <a:endParaRPr lang="en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C04A24-1659-F025-AFED-92755E7499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Extremum seeking control has the following parameters</a:t>
                </a:r>
              </a:p>
              <a:p>
                <a:r>
                  <a:rPr lang="en-GB" dirty="0"/>
                  <a:t>Dither amplitude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GB" b="0" dirty="0"/>
              </a:p>
              <a:p>
                <a:r>
                  <a:rPr lang="en-GB" dirty="0"/>
                  <a:t>Dither frequency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endParaRPr lang="en-GB" b="0" dirty="0"/>
              </a:p>
              <a:p>
                <a:r>
                  <a:rPr lang="en-GB" dirty="0"/>
                  <a:t>Optimizer gain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GB" dirty="0"/>
              </a:p>
              <a:p>
                <a:r>
                  <a:rPr lang="en-GB" dirty="0" err="1"/>
                  <a:t>Highpass</a:t>
                </a:r>
                <a:r>
                  <a:rPr lang="en-GB" dirty="0"/>
                  <a:t> filter cut-off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GB" b="0" dirty="0"/>
              </a:p>
              <a:p>
                <a:r>
                  <a:rPr lang="en-GB" dirty="0"/>
                  <a:t>Lowpass filter cut-off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In the provided </a:t>
                </a:r>
                <a:r>
                  <a:rPr lang="en-GB" dirty="0" err="1"/>
                  <a:t>Matlab</a:t>
                </a:r>
                <a:r>
                  <a:rPr lang="en-GB" dirty="0"/>
                  <a:t> script, these values are on lines 6-13</a:t>
                </a:r>
                <a:endParaRPr lang="en-NL" dirty="0"/>
              </a:p>
              <a:p>
                <a:endParaRPr lang="en-N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C04A24-1659-F025-AFED-92755E7499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BE93249-3D5C-FBD4-ACD0-2F8D7308F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124" y="2640246"/>
            <a:ext cx="4206605" cy="19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626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FBFF6-4565-C4B9-82B6-C1269654F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01304-CA92-34E9-3E4D-995B1311E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Simulation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C25AC-7123-9F0D-A796-C5ABB8A09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The simulation provides the following figure</a:t>
            </a:r>
            <a:endParaRPr lang="en-NL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266C9C-C939-D671-DB41-A0683FAAD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29821"/>
            <a:ext cx="12192000" cy="4528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8109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D2E23-9577-AD32-1D81-26DF048C4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FEDA8-E10A-0B70-3448-D4F3FAEE8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Simulation</a:t>
            </a:r>
            <a:endParaRPr lang="en-NL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1ED677E-FF51-6B7F-9FEF-CBCED5A67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468" y="1825625"/>
            <a:ext cx="1163275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The blue lines are actual values; the black dashed lines are desired values.</a:t>
            </a:r>
            <a:endParaRPr lang="en-NL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1A4C3E-07D3-D265-6277-D19439FFE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29821"/>
            <a:ext cx="12192000" cy="4528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494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1A195-07C7-5AB8-7CE8-9EBEC1E37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3C361-8155-1263-751A-3C4739215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Simulation</a:t>
            </a:r>
            <a:endParaRPr lang="en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C5F0FDD9-FF5A-2A39-5016-7747872621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208026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The red dashed line is the Greenwald density limit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𝐺𝑊</m:t>
                        </m:r>
                      </m:sub>
                    </m:sSub>
                  </m:oMath>
                </a14:m>
                <a:r>
                  <a:rPr lang="en-GB" dirty="0"/>
                  <a:t>.</a:t>
                </a:r>
                <a:endParaRPr lang="en-NL" dirty="0"/>
              </a:p>
            </p:txBody>
          </p:sp>
        </mc:Choice>
        <mc:Fallback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C5F0FDD9-FF5A-2A39-5016-7747872621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208026" cy="4351338"/>
              </a:xfrm>
              <a:blipFill>
                <a:blip r:embed="rId2"/>
                <a:stretch>
                  <a:fillRect l="-1143" t="-238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F3D331BF-A72A-00CA-0016-B3692235C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29821"/>
            <a:ext cx="12192000" cy="4528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478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ADB5C-3D9B-5ADA-A343-70074A92E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</a:t>
            </a:r>
            <a:endParaRPr lang="en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E99ECC-E500-6EFC-849F-22FB7965AF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In the simulation,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en-US" dirty="0"/>
                  <a:t> converges to the ideal fuel ratio after 60 seconds.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Goal: </a:t>
                </a:r>
              </a:p>
              <a:p>
                <a:r>
                  <a:rPr lang="en-US" dirty="0"/>
                  <a:t>Tune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such that fastest possible convergence is achieved.</a:t>
                </a:r>
              </a:p>
              <a:p>
                <a:r>
                  <a:rPr lang="en-US" dirty="0"/>
                  <a:t>(if time permits) Tune cut-off frequencies as well.</a:t>
                </a:r>
              </a:p>
              <a:p>
                <a:r>
                  <a:rPr lang="en-US" dirty="0"/>
                  <a:t>(if time permits) Do tests for multiple different </a:t>
                </a:r>
                <a:r>
                  <a:rPr lang="en-US"/>
                  <a:t>initial ratios and </a:t>
                </a:r>
                <a:r>
                  <a:rPr lang="en-US" dirty="0"/>
                  <a:t>different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E99ECC-E500-6EFC-849F-22FB7965AF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6346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744</Words>
  <Application>Microsoft Office PowerPoint</Application>
  <PresentationFormat>Widescreen</PresentationFormat>
  <Paragraphs>173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Office Theme</vt:lpstr>
      <vt:lpstr>Motivation</vt:lpstr>
      <vt:lpstr>Motivation</vt:lpstr>
      <vt:lpstr>Motivation</vt:lpstr>
      <vt:lpstr>Motivation</vt:lpstr>
      <vt:lpstr>Motivation</vt:lpstr>
      <vt:lpstr>Motivation</vt:lpstr>
      <vt:lpstr>Solution</vt:lpstr>
      <vt:lpstr>Extremum seeking control</vt:lpstr>
      <vt:lpstr>Extremum seeking control</vt:lpstr>
      <vt:lpstr>Extremum seeking control</vt:lpstr>
      <vt:lpstr>Extremum seeking control</vt:lpstr>
      <vt:lpstr>Extremum seeking control</vt:lpstr>
      <vt:lpstr>Extremum seeking control</vt:lpstr>
      <vt:lpstr>Simulation</vt:lpstr>
      <vt:lpstr>Simulation</vt:lpstr>
      <vt:lpstr>Simulation</vt:lpstr>
      <vt:lpstr>Simulation</vt:lpstr>
      <vt:lpstr>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Palacios Roman, Juan Javier</dc:creator>
  <cp:lastModifiedBy>Palacios Roman, Juan Javier</cp:lastModifiedBy>
  <cp:revision>1</cp:revision>
  <dcterms:created xsi:type="dcterms:W3CDTF">2026-07-16T09:32:56Z</dcterms:created>
  <dcterms:modified xsi:type="dcterms:W3CDTF">2026-07-17T13:04:25Z</dcterms:modified>
</cp:coreProperties>
</file>